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74" r:id="rId6"/>
    <p:sldId id="277" r:id="rId7"/>
    <p:sldId id="278" r:id="rId8"/>
    <p:sldId id="279" r:id="rId9"/>
    <p:sldId id="265" r:id="rId10"/>
    <p:sldId id="266" r:id="rId11"/>
    <p:sldId id="280" r:id="rId12"/>
    <p:sldId id="263" r:id="rId13"/>
    <p:sldId id="264" r:id="rId14"/>
    <p:sldId id="281" r:id="rId15"/>
    <p:sldId id="261" r:id="rId16"/>
    <p:sldId id="267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4075A9-7D00-3324-139F-0D26A7E895D0}" v="8" dt="2025-02-25T21:46:43.5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9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19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sv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9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19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sv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B798715-C787-4107-B1F5-0C2153FD368A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2A861A8-DAF1-4913-8EC3-979663CF0944}">
      <dgm:prSet/>
      <dgm:spPr/>
      <dgm:t>
        <a:bodyPr/>
        <a:lstStyle/>
        <a:p>
          <a:pPr>
            <a:defRPr b="1"/>
          </a:pPr>
          <a:r>
            <a:rPr lang="en-US"/>
            <a:t>Linting scripts</a:t>
          </a:r>
        </a:p>
      </dgm:t>
    </dgm:pt>
    <dgm:pt modelId="{B3D6A571-3F25-4202-AD3E-BD2D17FD4C3A}" type="parTrans" cxnId="{34D3A979-D06C-4AC3-BB8D-0293B032F5E7}">
      <dgm:prSet/>
      <dgm:spPr/>
      <dgm:t>
        <a:bodyPr/>
        <a:lstStyle/>
        <a:p>
          <a:endParaRPr lang="en-US"/>
        </a:p>
      </dgm:t>
    </dgm:pt>
    <dgm:pt modelId="{19CC5B4A-AF0F-4747-AD6D-1178E559579A}" type="sibTrans" cxnId="{34D3A979-D06C-4AC3-BB8D-0293B032F5E7}">
      <dgm:prSet/>
      <dgm:spPr/>
      <dgm:t>
        <a:bodyPr/>
        <a:lstStyle/>
        <a:p>
          <a:endParaRPr lang="en-US"/>
        </a:p>
      </dgm:t>
    </dgm:pt>
    <dgm:pt modelId="{FE069882-3147-4428-A49B-29874BC0FADA}">
      <dgm:prSet/>
      <dgm:spPr/>
      <dgm:t>
        <a:bodyPr/>
        <a:lstStyle/>
        <a:p>
          <a:r>
            <a:rPr lang="en-US" baseline="0"/>
            <a:t>Ensure code consistency for python and node</a:t>
          </a:r>
          <a:endParaRPr lang="en-US"/>
        </a:p>
      </dgm:t>
    </dgm:pt>
    <dgm:pt modelId="{81CA1BB6-557B-4717-BD04-21A15247AFFB}" type="parTrans" cxnId="{B3BD8F45-4428-421D-9E77-D8C6A347D733}">
      <dgm:prSet/>
      <dgm:spPr/>
      <dgm:t>
        <a:bodyPr/>
        <a:lstStyle/>
        <a:p>
          <a:endParaRPr lang="en-US"/>
        </a:p>
      </dgm:t>
    </dgm:pt>
    <dgm:pt modelId="{14657066-60A6-48D7-8783-73E7B1FD19AF}" type="sibTrans" cxnId="{B3BD8F45-4428-421D-9E77-D8C6A347D733}">
      <dgm:prSet/>
      <dgm:spPr/>
      <dgm:t>
        <a:bodyPr/>
        <a:lstStyle/>
        <a:p>
          <a:endParaRPr lang="en-US"/>
        </a:p>
      </dgm:t>
    </dgm:pt>
    <dgm:pt modelId="{941633A5-6CE4-491F-B250-58A230E383A9}">
      <dgm:prSet/>
      <dgm:spPr/>
      <dgm:t>
        <a:bodyPr/>
        <a:lstStyle/>
        <a:p>
          <a:pPr>
            <a:defRPr b="1"/>
          </a:pPr>
          <a:r>
            <a:rPr lang="en-US"/>
            <a:t>Building and testing scripts</a:t>
          </a:r>
        </a:p>
      </dgm:t>
    </dgm:pt>
    <dgm:pt modelId="{F139412A-ABB9-43DB-9256-F3063776CA22}" type="parTrans" cxnId="{D19052C0-729B-4C6A-9D89-0FCE14EABA83}">
      <dgm:prSet/>
      <dgm:spPr/>
      <dgm:t>
        <a:bodyPr/>
        <a:lstStyle/>
        <a:p>
          <a:endParaRPr lang="en-US"/>
        </a:p>
      </dgm:t>
    </dgm:pt>
    <dgm:pt modelId="{1D64CBE8-B5B1-4D84-A0F2-15043E7F275B}" type="sibTrans" cxnId="{D19052C0-729B-4C6A-9D89-0FCE14EABA83}">
      <dgm:prSet/>
      <dgm:spPr/>
      <dgm:t>
        <a:bodyPr/>
        <a:lstStyle/>
        <a:p>
          <a:endParaRPr lang="en-US"/>
        </a:p>
      </dgm:t>
    </dgm:pt>
    <dgm:pt modelId="{4DC79072-1088-47C7-A02C-0A34A07BFE8E}">
      <dgm:prSet/>
      <dgm:spPr/>
      <dgm:t>
        <a:bodyPr/>
        <a:lstStyle/>
        <a:p>
          <a:r>
            <a:rPr lang="en-US" baseline="0"/>
            <a:t>Run tests on specific part of code and ensure python scripts can be built</a:t>
          </a:r>
          <a:endParaRPr lang="en-US"/>
        </a:p>
      </dgm:t>
    </dgm:pt>
    <dgm:pt modelId="{762D11D7-8D96-40BC-9476-BDABD5619909}" type="parTrans" cxnId="{DA7FECFF-B2EA-46D8-B644-4810D327C213}">
      <dgm:prSet/>
      <dgm:spPr/>
      <dgm:t>
        <a:bodyPr/>
        <a:lstStyle/>
        <a:p>
          <a:endParaRPr lang="en-US"/>
        </a:p>
      </dgm:t>
    </dgm:pt>
    <dgm:pt modelId="{C61A6729-239D-4ACA-95E9-A6EF4A0335F5}" type="sibTrans" cxnId="{DA7FECFF-B2EA-46D8-B644-4810D327C213}">
      <dgm:prSet/>
      <dgm:spPr/>
      <dgm:t>
        <a:bodyPr/>
        <a:lstStyle/>
        <a:p>
          <a:endParaRPr lang="en-US"/>
        </a:p>
      </dgm:t>
    </dgm:pt>
    <dgm:pt modelId="{6837EA31-4CAC-4F20-9EBE-C7DCF2F86346}" type="pres">
      <dgm:prSet presAssocID="{FB798715-C787-4107-B1F5-0C2153FD368A}" presName="root" presStyleCnt="0">
        <dgm:presLayoutVars>
          <dgm:dir/>
          <dgm:resizeHandles val="exact"/>
        </dgm:presLayoutVars>
      </dgm:prSet>
      <dgm:spPr/>
    </dgm:pt>
    <dgm:pt modelId="{F8C1623A-B2B7-4E00-AD80-B937EE74A6B6}" type="pres">
      <dgm:prSet presAssocID="{22A861A8-DAF1-4913-8EC3-979663CF0944}" presName="compNode" presStyleCnt="0"/>
      <dgm:spPr/>
    </dgm:pt>
    <dgm:pt modelId="{EE366F04-9D2B-4260-8C01-3BEB6A4E7702}" type="pres">
      <dgm:prSet presAssocID="{22A861A8-DAF1-4913-8EC3-979663CF094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F3A5057-1CBA-4055-A100-3064EF529BD9}" type="pres">
      <dgm:prSet presAssocID="{22A861A8-DAF1-4913-8EC3-979663CF0944}" presName="iconSpace" presStyleCnt="0"/>
      <dgm:spPr/>
    </dgm:pt>
    <dgm:pt modelId="{9E03A2AE-3636-4910-AC09-72BEDDC10F1C}" type="pres">
      <dgm:prSet presAssocID="{22A861A8-DAF1-4913-8EC3-979663CF0944}" presName="parTx" presStyleLbl="revTx" presStyleIdx="0" presStyleCnt="4">
        <dgm:presLayoutVars>
          <dgm:chMax val="0"/>
          <dgm:chPref val="0"/>
        </dgm:presLayoutVars>
      </dgm:prSet>
      <dgm:spPr/>
    </dgm:pt>
    <dgm:pt modelId="{C8B0EE31-92B2-4E76-BB5F-21B3943D2066}" type="pres">
      <dgm:prSet presAssocID="{22A861A8-DAF1-4913-8EC3-979663CF0944}" presName="txSpace" presStyleCnt="0"/>
      <dgm:spPr/>
    </dgm:pt>
    <dgm:pt modelId="{2F02E8B0-66E3-480E-9DF4-93B4B462963D}" type="pres">
      <dgm:prSet presAssocID="{22A861A8-DAF1-4913-8EC3-979663CF0944}" presName="desTx" presStyleLbl="revTx" presStyleIdx="1" presStyleCnt="4">
        <dgm:presLayoutVars/>
      </dgm:prSet>
      <dgm:spPr/>
    </dgm:pt>
    <dgm:pt modelId="{B3851B92-D2F1-4D56-B54E-4305363D56BC}" type="pres">
      <dgm:prSet presAssocID="{19CC5B4A-AF0F-4747-AD6D-1178E559579A}" presName="sibTrans" presStyleCnt="0"/>
      <dgm:spPr/>
    </dgm:pt>
    <dgm:pt modelId="{D447DF83-550C-49EC-8693-EA6DC865E5FA}" type="pres">
      <dgm:prSet presAssocID="{941633A5-6CE4-491F-B250-58A230E383A9}" presName="compNode" presStyleCnt="0"/>
      <dgm:spPr/>
    </dgm:pt>
    <dgm:pt modelId="{8A227C60-BB1A-41F5-BFAB-105F9AE4B76E}" type="pres">
      <dgm:prSet presAssocID="{941633A5-6CE4-491F-B250-58A230E383A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4B51816C-921A-4CF8-ABFF-C2C8C738F668}" type="pres">
      <dgm:prSet presAssocID="{941633A5-6CE4-491F-B250-58A230E383A9}" presName="iconSpace" presStyleCnt="0"/>
      <dgm:spPr/>
    </dgm:pt>
    <dgm:pt modelId="{1B36EE12-F8A0-431D-8EC4-016F96411D66}" type="pres">
      <dgm:prSet presAssocID="{941633A5-6CE4-491F-B250-58A230E383A9}" presName="parTx" presStyleLbl="revTx" presStyleIdx="2" presStyleCnt="4">
        <dgm:presLayoutVars>
          <dgm:chMax val="0"/>
          <dgm:chPref val="0"/>
        </dgm:presLayoutVars>
      </dgm:prSet>
      <dgm:spPr/>
    </dgm:pt>
    <dgm:pt modelId="{3A56B114-6AFD-45C3-8933-79E0E87762CD}" type="pres">
      <dgm:prSet presAssocID="{941633A5-6CE4-491F-B250-58A230E383A9}" presName="txSpace" presStyleCnt="0"/>
      <dgm:spPr/>
    </dgm:pt>
    <dgm:pt modelId="{4DDE4765-625A-4968-9159-B140D97DC093}" type="pres">
      <dgm:prSet presAssocID="{941633A5-6CE4-491F-B250-58A230E383A9}" presName="desTx" presStyleLbl="revTx" presStyleIdx="3" presStyleCnt="4">
        <dgm:presLayoutVars/>
      </dgm:prSet>
      <dgm:spPr/>
    </dgm:pt>
  </dgm:ptLst>
  <dgm:cxnLst>
    <dgm:cxn modelId="{B3BD8F45-4428-421D-9E77-D8C6A347D733}" srcId="{22A861A8-DAF1-4913-8EC3-979663CF0944}" destId="{FE069882-3147-4428-A49B-29874BC0FADA}" srcOrd="0" destOrd="0" parTransId="{81CA1BB6-557B-4717-BD04-21A15247AFFB}" sibTransId="{14657066-60A6-48D7-8783-73E7B1FD19AF}"/>
    <dgm:cxn modelId="{34D3A979-D06C-4AC3-BB8D-0293B032F5E7}" srcId="{FB798715-C787-4107-B1F5-0C2153FD368A}" destId="{22A861A8-DAF1-4913-8EC3-979663CF0944}" srcOrd="0" destOrd="0" parTransId="{B3D6A571-3F25-4202-AD3E-BD2D17FD4C3A}" sibTransId="{19CC5B4A-AF0F-4747-AD6D-1178E559579A}"/>
    <dgm:cxn modelId="{5B46A282-261F-4BBE-864D-2D6EA3A6D821}" type="presOf" srcId="{22A861A8-DAF1-4913-8EC3-979663CF0944}" destId="{9E03A2AE-3636-4910-AC09-72BEDDC10F1C}" srcOrd="0" destOrd="0" presId="urn:microsoft.com/office/officeart/2018/2/layout/IconLabelDescriptionList"/>
    <dgm:cxn modelId="{9C0144A3-7EF8-4439-BA2E-08D3EBA71304}" type="presOf" srcId="{4DC79072-1088-47C7-A02C-0A34A07BFE8E}" destId="{4DDE4765-625A-4968-9159-B140D97DC093}" srcOrd="0" destOrd="0" presId="urn:microsoft.com/office/officeart/2018/2/layout/IconLabelDescriptionList"/>
    <dgm:cxn modelId="{71FEC2AF-BC2B-48D6-82A0-1F0C1D7F15AB}" type="presOf" srcId="{FB798715-C787-4107-B1F5-0C2153FD368A}" destId="{6837EA31-4CAC-4F20-9EBE-C7DCF2F86346}" srcOrd="0" destOrd="0" presId="urn:microsoft.com/office/officeart/2018/2/layout/IconLabelDescriptionList"/>
    <dgm:cxn modelId="{D19052C0-729B-4C6A-9D89-0FCE14EABA83}" srcId="{FB798715-C787-4107-B1F5-0C2153FD368A}" destId="{941633A5-6CE4-491F-B250-58A230E383A9}" srcOrd="1" destOrd="0" parTransId="{F139412A-ABB9-43DB-9256-F3063776CA22}" sibTransId="{1D64CBE8-B5B1-4D84-A0F2-15043E7F275B}"/>
    <dgm:cxn modelId="{7F009DC7-CE80-45E0-9015-44F0B9FC0267}" type="presOf" srcId="{FE069882-3147-4428-A49B-29874BC0FADA}" destId="{2F02E8B0-66E3-480E-9DF4-93B4B462963D}" srcOrd="0" destOrd="0" presId="urn:microsoft.com/office/officeart/2018/2/layout/IconLabelDescriptionList"/>
    <dgm:cxn modelId="{12BF05F2-8040-4806-9D57-CEE8AA8F3396}" type="presOf" srcId="{941633A5-6CE4-491F-B250-58A230E383A9}" destId="{1B36EE12-F8A0-431D-8EC4-016F96411D66}" srcOrd="0" destOrd="0" presId="urn:microsoft.com/office/officeart/2018/2/layout/IconLabelDescriptionList"/>
    <dgm:cxn modelId="{DA7FECFF-B2EA-46D8-B644-4810D327C213}" srcId="{941633A5-6CE4-491F-B250-58A230E383A9}" destId="{4DC79072-1088-47C7-A02C-0A34A07BFE8E}" srcOrd="0" destOrd="0" parTransId="{762D11D7-8D96-40BC-9476-BDABD5619909}" sibTransId="{C61A6729-239D-4ACA-95E9-A6EF4A0335F5}"/>
    <dgm:cxn modelId="{FE476EB6-7E2F-4A8F-9347-8E2EE031F5D0}" type="presParOf" srcId="{6837EA31-4CAC-4F20-9EBE-C7DCF2F86346}" destId="{F8C1623A-B2B7-4E00-AD80-B937EE74A6B6}" srcOrd="0" destOrd="0" presId="urn:microsoft.com/office/officeart/2018/2/layout/IconLabelDescriptionList"/>
    <dgm:cxn modelId="{7D3AAEBB-5B4E-4360-BBB6-48B944E3CFE2}" type="presParOf" srcId="{F8C1623A-B2B7-4E00-AD80-B937EE74A6B6}" destId="{EE366F04-9D2B-4260-8C01-3BEB6A4E7702}" srcOrd="0" destOrd="0" presId="urn:microsoft.com/office/officeart/2018/2/layout/IconLabelDescriptionList"/>
    <dgm:cxn modelId="{E59BE492-7E66-4350-86B3-C7047849C97C}" type="presParOf" srcId="{F8C1623A-B2B7-4E00-AD80-B937EE74A6B6}" destId="{1F3A5057-1CBA-4055-A100-3064EF529BD9}" srcOrd="1" destOrd="0" presId="urn:microsoft.com/office/officeart/2018/2/layout/IconLabelDescriptionList"/>
    <dgm:cxn modelId="{EFDB07E9-01FD-4D39-8615-20449FD50D39}" type="presParOf" srcId="{F8C1623A-B2B7-4E00-AD80-B937EE74A6B6}" destId="{9E03A2AE-3636-4910-AC09-72BEDDC10F1C}" srcOrd="2" destOrd="0" presId="urn:microsoft.com/office/officeart/2018/2/layout/IconLabelDescriptionList"/>
    <dgm:cxn modelId="{D37E2F28-B524-449A-99A6-4DD7289779A7}" type="presParOf" srcId="{F8C1623A-B2B7-4E00-AD80-B937EE74A6B6}" destId="{C8B0EE31-92B2-4E76-BB5F-21B3943D2066}" srcOrd="3" destOrd="0" presId="urn:microsoft.com/office/officeart/2018/2/layout/IconLabelDescriptionList"/>
    <dgm:cxn modelId="{30EDDA4A-E3F4-4ED6-B6E9-59470C28017C}" type="presParOf" srcId="{F8C1623A-B2B7-4E00-AD80-B937EE74A6B6}" destId="{2F02E8B0-66E3-480E-9DF4-93B4B462963D}" srcOrd="4" destOrd="0" presId="urn:microsoft.com/office/officeart/2018/2/layout/IconLabelDescriptionList"/>
    <dgm:cxn modelId="{65198819-F551-4020-89B8-538DFEA3F4CB}" type="presParOf" srcId="{6837EA31-4CAC-4F20-9EBE-C7DCF2F86346}" destId="{B3851B92-D2F1-4D56-B54E-4305363D56BC}" srcOrd="1" destOrd="0" presId="urn:microsoft.com/office/officeart/2018/2/layout/IconLabelDescriptionList"/>
    <dgm:cxn modelId="{C771FABC-C9D3-47BE-8793-8E46F22E2D36}" type="presParOf" srcId="{6837EA31-4CAC-4F20-9EBE-C7DCF2F86346}" destId="{D447DF83-550C-49EC-8693-EA6DC865E5FA}" srcOrd="2" destOrd="0" presId="urn:microsoft.com/office/officeart/2018/2/layout/IconLabelDescriptionList"/>
    <dgm:cxn modelId="{DF4273A0-2484-4B5A-9EE8-7EDEE54472E9}" type="presParOf" srcId="{D447DF83-550C-49EC-8693-EA6DC865E5FA}" destId="{8A227C60-BB1A-41F5-BFAB-105F9AE4B76E}" srcOrd="0" destOrd="0" presId="urn:microsoft.com/office/officeart/2018/2/layout/IconLabelDescriptionList"/>
    <dgm:cxn modelId="{61CD36C5-6CCA-4125-A38A-71E332650765}" type="presParOf" srcId="{D447DF83-550C-49EC-8693-EA6DC865E5FA}" destId="{4B51816C-921A-4CF8-ABFF-C2C8C738F668}" srcOrd="1" destOrd="0" presId="urn:microsoft.com/office/officeart/2018/2/layout/IconLabelDescriptionList"/>
    <dgm:cxn modelId="{CE978E9F-811D-4602-840A-1F91839C735F}" type="presParOf" srcId="{D447DF83-550C-49EC-8693-EA6DC865E5FA}" destId="{1B36EE12-F8A0-431D-8EC4-016F96411D66}" srcOrd="2" destOrd="0" presId="urn:microsoft.com/office/officeart/2018/2/layout/IconLabelDescriptionList"/>
    <dgm:cxn modelId="{8225866C-1DA9-42C0-84AE-9F5858D5D2B1}" type="presParOf" srcId="{D447DF83-550C-49EC-8693-EA6DC865E5FA}" destId="{3A56B114-6AFD-45C3-8933-79E0E87762CD}" srcOrd="3" destOrd="0" presId="urn:microsoft.com/office/officeart/2018/2/layout/IconLabelDescriptionList"/>
    <dgm:cxn modelId="{F2A9703A-EB51-47C3-988B-243039F86B86}" type="presParOf" srcId="{D447DF83-550C-49EC-8693-EA6DC865E5FA}" destId="{4DDE4765-625A-4968-9159-B140D97DC093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F0F40F3-6916-4EB1-9F90-E241287C94C5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C0DEFEB-643F-4420-8F4F-8274EAF3F64C}">
      <dgm:prSet/>
      <dgm:spPr/>
      <dgm:t>
        <a:bodyPr/>
        <a:lstStyle/>
        <a:p>
          <a:pPr>
            <a:defRPr b="1"/>
          </a:pPr>
          <a:r>
            <a:rPr lang="en-US"/>
            <a:t>Backend</a:t>
          </a:r>
        </a:p>
      </dgm:t>
    </dgm:pt>
    <dgm:pt modelId="{D67D7A80-317C-459C-B889-C0D2F55D8F8D}" type="parTrans" cxnId="{3CC5BF10-CB3C-4925-9E7A-229D97F6EE15}">
      <dgm:prSet/>
      <dgm:spPr/>
      <dgm:t>
        <a:bodyPr/>
        <a:lstStyle/>
        <a:p>
          <a:endParaRPr lang="en-US"/>
        </a:p>
      </dgm:t>
    </dgm:pt>
    <dgm:pt modelId="{AE84828C-AE0A-4F65-8852-67803CA27D0D}" type="sibTrans" cxnId="{3CC5BF10-CB3C-4925-9E7A-229D97F6EE15}">
      <dgm:prSet/>
      <dgm:spPr/>
      <dgm:t>
        <a:bodyPr/>
        <a:lstStyle/>
        <a:p>
          <a:endParaRPr lang="en-US"/>
        </a:p>
      </dgm:t>
    </dgm:pt>
    <dgm:pt modelId="{6D31B7D1-B2C0-4AE0-8FAC-B5D24B114865}">
      <dgm:prSet/>
      <dgm:spPr/>
      <dgm:t>
        <a:bodyPr/>
        <a:lstStyle/>
        <a:p>
          <a:r>
            <a:rPr lang="en-US" baseline="0"/>
            <a:t>SSH into AWS with secrets</a:t>
          </a:r>
          <a:endParaRPr lang="en-US"/>
        </a:p>
      </dgm:t>
    </dgm:pt>
    <dgm:pt modelId="{41B5989C-087E-4B28-B141-76D197D9956D}" type="parTrans" cxnId="{A39BCE3B-DAE0-4A42-863F-741D3DBC2D6E}">
      <dgm:prSet/>
      <dgm:spPr/>
      <dgm:t>
        <a:bodyPr/>
        <a:lstStyle/>
        <a:p>
          <a:endParaRPr lang="en-US"/>
        </a:p>
      </dgm:t>
    </dgm:pt>
    <dgm:pt modelId="{6CB87FB5-058D-413A-97C5-AD8AE8DE11AE}" type="sibTrans" cxnId="{A39BCE3B-DAE0-4A42-863F-741D3DBC2D6E}">
      <dgm:prSet/>
      <dgm:spPr/>
      <dgm:t>
        <a:bodyPr/>
        <a:lstStyle/>
        <a:p>
          <a:endParaRPr lang="en-US"/>
        </a:p>
      </dgm:t>
    </dgm:pt>
    <dgm:pt modelId="{D4D28C18-6234-479A-A22F-FFB913EE52BC}">
      <dgm:prSet/>
      <dgm:spPr/>
      <dgm:t>
        <a:bodyPr/>
        <a:lstStyle/>
        <a:p>
          <a:r>
            <a:rPr lang="en-US" baseline="0"/>
            <a:t>Delete old code and clone new code in</a:t>
          </a:r>
          <a:endParaRPr lang="en-US"/>
        </a:p>
      </dgm:t>
    </dgm:pt>
    <dgm:pt modelId="{9D2C7251-AD7E-4EDB-B20D-08BE7E67953D}" type="parTrans" cxnId="{C1526B61-7947-46D1-9B84-7FB62435D981}">
      <dgm:prSet/>
      <dgm:spPr/>
      <dgm:t>
        <a:bodyPr/>
        <a:lstStyle/>
        <a:p>
          <a:endParaRPr lang="en-US"/>
        </a:p>
      </dgm:t>
    </dgm:pt>
    <dgm:pt modelId="{EC2A1CFD-841B-4A2E-AEFC-EE981506431E}" type="sibTrans" cxnId="{C1526B61-7947-46D1-9B84-7FB62435D981}">
      <dgm:prSet/>
      <dgm:spPr/>
      <dgm:t>
        <a:bodyPr/>
        <a:lstStyle/>
        <a:p>
          <a:endParaRPr lang="en-US"/>
        </a:p>
      </dgm:t>
    </dgm:pt>
    <dgm:pt modelId="{5DEC014C-91BD-4198-B6EB-2341A6C4FA4C}">
      <dgm:prSet/>
      <dgm:spPr/>
      <dgm:t>
        <a:bodyPr/>
        <a:lstStyle/>
        <a:p>
          <a:r>
            <a:rPr lang="en-US" baseline="0"/>
            <a:t>Run docker</a:t>
          </a:r>
          <a:endParaRPr lang="en-US"/>
        </a:p>
      </dgm:t>
    </dgm:pt>
    <dgm:pt modelId="{5270CE09-7E1A-44EA-8DCD-3174817609C4}" type="parTrans" cxnId="{AA9691EA-931F-441B-95C1-F8CA7118FE17}">
      <dgm:prSet/>
      <dgm:spPr/>
      <dgm:t>
        <a:bodyPr/>
        <a:lstStyle/>
        <a:p>
          <a:endParaRPr lang="en-US"/>
        </a:p>
      </dgm:t>
    </dgm:pt>
    <dgm:pt modelId="{96701217-27D7-40B9-8239-B24080BC1FAC}" type="sibTrans" cxnId="{AA9691EA-931F-441B-95C1-F8CA7118FE17}">
      <dgm:prSet/>
      <dgm:spPr/>
      <dgm:t>
        <a:bodyPr/>
        <a:lstStyle/>
        <a:p>
          <a:endParaRPr lang="en-US"/>
        </a:p>
      </dgm:t>
    </dgm:pt>
    <dgm:pt modelId="{E5B66456-AB5E-4CA6-B956-7ED0369A2C48}">
      <dgm:prSet/>
      <dgm:spPr/>
      <dgm:t>
        <a:bodyPr/>
        <a:lstStyle/>
        <a:p>
          <a:pPr>
            <a:defRPr b="1"/>
          </a:pPr>
          <a:r>
            <a:rPr lang="en-US"/>
            <a:t>Frontend</a:t>
          </a:r>
        </a:p>
      </dgm:t>
    </dgm:pt>
    <dgm:pt modelId="{6F71EEE1-BC8C-4103-876B-DC7AF7531FCF}" type="parTrans" cxnId="{84125411-D69B-432F-971F-7CFD76569C3B}">
      <dgm:prSet/>
      <dgm:spPr/>
      <dgm:t>
        <a:bodyPr/>
        <a:lstStyle/>
        <a:p>
          <a:endParaRPr lang="en-US"/>
        </a:p>
      </dgm:t>
    </dgm:pt>
    <dgm:pt modelId="{7DDAFDD0-65C3-4B23-8AD4-C762F02ACB95}" type="sibTrans" cxnId="{84125411-D69B-432F-971F-7CFD76569C3B}">
      <dgm:prSet/>
      <dgm:spPr/>
      <dgm:t>
        <a:bodyPr/>
        <a:lstStyle/>
        <a:p>
          <a:endParaRPr lang="en-US"/>
        </a:p>
      </dgm:t>
    </dgm:pt>
    <dgm:pt modelId="{5649CA72-17CD-437D-B3F0-1A49D573FE1C}">
      <dgm:prSet/>
      <dgm:spPr/>
      <dgm:t>
        <a:bodyPr/>
        <a:lstStyle/>
        <a:p>
          <a:r>
            <a:rPr lang="en-US" baseline="0"/>
            <a:t>Build with quasar</a:t>
          </a:r>
          <a:endParaRPr lang="en-US"/>
        </a:p>
      </dgm:t>
    </dgm:pt>
    <dgm:pt modelId="{6BA879AF-CD65-46B3-B661-3EBB84F577C9}" type="parTrans" cxnId="{8563B1FA-F2FC-4B1A-A63B-157B23C16EA1}">
      <dgm:prSet/>
      <dgm:spPr/>
      <dgm:t>
        <a:bodyPr/>
        <a:lstStyle/>
        <a:p>
          <a:endParaRPr lang="en-US"/>
        </a:p>
      </dgm:t>
    </dgm:pt>
    <dgm:pt modelId="{776E58B9-7F88-4B97-A3CF-4DE6A4825B7F}" type="sibTrans" cxnId="{8563B1FA-F2FC-4B1A-A63B-157B23C16EA1}">
      <dgm:prSet/>
      <dgm:spPr/>
      <dgm:t>
        <a:bodyPr/>
        <a:lstStyle/>
        <a:p>
          <a:endParaRPr lang="en-US"/>
        </a:p>
      </dgm:t>
    </dgm:pt>
    <dgm:pt modelId="{F09485B4-2A66-4559-BA5C-67719A25E50D}">
      <dgm:prSet/>
      <dgm:spPr/>
      <dgm:t>
        <a:bodyPr/>
        <a:lstStyle/>
        <a:p>
          <a:r>
            <a:rPr lang="en-US" baseline="0"/>
            <a:t>Deploy the dist/spa built code to gh-pages</a:t>
          </a:r>
          <a:endParaRPr lang="en-US"/>
        </a:p>
      </dgm:t>
    </dgm:pt>
    <dgm:pt modelId="{7EAE8349-03CF-46FD-A7E7-52FED48294F8}" type="parTrans" cxnId="{1B599255-C574-4234-A1BF-2ECC402C47B2}">
      <dgm:prSet/>
      <dgm:spPr/>
      <dgm:t>
        <a:bodyPr/>
        <a:lstStyle/>
        <a:p>
          <a:endParaRPr lang="en-US"/>
        </a:p>
      </dgm:t>
    </dgm:pt>
    <dgm:pt modelId="{6D512BE8-7EDE-40EA-8DC6-216534F2BAFC}" type="sibTrans" cxnId="{1B599255-C574-4234-A1BF-2ECC402C47B2}">
      <dgm:prSet/>
      <dgm:spPr/>
      <dgm:t>
        <a:bodyPr/>
        <a:lstStyle/>
        <a:p>
          <a:endParaRPr lang="en-US"/>
        </a:p>
      </dgm:t>
    </dgm:pt>
    <dgm:pt modelId="{A47DC644-E481-4285-879D-E4FE997DEB81}">
      <dgm:prSet/>
      <dgm:spPr/>
      <dgm:t>
        <a:bodyPr/>
        <a:lstStyle/>
        <a:p>
          <a:r>
            <a:rPr lang="en-US" baseline="0"/>
            <a:t>Use FTP to send dist/spa built code to blue host to host on a subdomain of client’s</a:t>
          </a:r>
          <a:endParaRPr lang="en-US"/>
        </a:p>
      </dgm:t>
    </dgm:pt>
    <dgm:pt modelId="{0A4D52BD-EF92-4870-B03D-1046A24A301C}" type="parTrans" cxnId="{8583C581-E44E-450C-AED5-A7B5D4DA4E97}">
      <dgm:prSet/>
      <dgm:spPr/>
      <dgm:t>
        <a:bodyPr/>
        <a:lstStyle/>
        <a:p>
          <a:endParaRPr lang="en-US"/>
        </a:p>
      </dgm:t>
    </dgm:pt>
    <dgm:pt modelId="{D4BC4FBA-A611-47C4-986A-047DAE7A4EE1}" type="sibTrans" cxnId="{8583C581-E44E-450C-AED5-A7B5D4DA4E97}">
      <dgm:prSet/>
      <dgm:spPr/>
      <dgm:t>
        <a:bodyPr/>
        <a:lstStyle/>
        <a:p>
          <a:endParaRPr lang="en-US"/>
        </a:p>
      </dgm:t>
    </dgm:pt>
    <dgm:pt modelId="{47508C3D-2C5D-48FB-82C9-8CB424730E60}" type="pres">
      <dgm:prSet presAssocID="{AF0F40F3-6916-4EB1-9F90-E241287C94C5}" presName="root" presStyleCnt="0">
        <dgm:presLayoutVars>
          <dgm:dir/>
          <dgm:resizeHandles val="exact"/>
        </dgm:presLayoutVars>
      </dgm:prSet>
      <dgm:spPr/>
    </dgm:pt>
    <dgm:pt modelId="{82F78D52-A63C-43C1-AEFF-C3BE4C0B2E53}" type="pres">
      <dgm:prSet presAssocID="{AC0DEFEB-643F-4420-8F4F-8274EAF3F64C}" presName="compNode" presStyleCnt="0"/>
      <dgm:spPr/>
    </dgm:pt>
    <dgm:pt modelId="{73BEE6E2-7B4C-42DD-ACC2-45BA63DE4170}" type="pres">
      <dgm:prSet presAssocID="{AC0DEFEB-643F-4420-8F4F-8274EAF3F64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A8B3B1B-FA90-41EE-88BD-EAA10D94A416}" type="pres">
      <dgm:prSet presAssocID="{AC0DEFEB-643F-4420-8F4F-8274EAF3F64C}" presName="iconSpace" presStyleCnt="0"/>
      <dgm:spPr/>
    </dgm:pt>
    <dgm:pt modelId="{0C07CF0C-5936-4B2F-8CA3-4BDF01D70B80}" type="pres">
      <dgm:prSet presAssocID="{AC0DEFEB-643F-4420-8F4F-8274EAF3F64C}" presName="parTx" presStyleLbl="revTx" presStyleIdx="0" presStyleCnt="4">
        <dgm:presLayoutVars>
          <dgm:chMax val="0"/>
          <dgm:chPref val="0"/>
        </dgm:presLayoutVars>
      </dgm:prSet>
      <dgm:spPr/>
    </dgm:pt>
    <dgm:pt modelId="{5ECD25C0-056D-40E4-A860-88620B56E55B}" type="pres">
      <dgm:prSet presAssocID="{AC0DEFEB-643F-4420-8F4F-8274EAF3F64C}" presName="txSpace" presStyleCnt="0"/>
      <dgm:spPr/>
    </dgm:pt>
    <dgm:pt modelId="{D544BA3B-51ED-49B1-AA73-838BA73300F9}" type="pres">
      <dgm:prSet presAssocID="{AC0DEFEB-643F-4420-8F4F-8274EAF3F64C}" presName="desTx" presStyleLbl="revTx" presStyleIdx="1" presStyleCnt="4">
        <dgm:presLayoutVars/>
      </dgm:prSet>
      <dgm:spPr/>
    </dgm:pt>
    <dgm:pt modelId="{54DC46B8-34D8-4F97-87C8-E4DD18E7F926}" type="pres">
      <dgm:prSet presAssocID="{AE84828C-AE0A-4F65-8852-67803CA27D0D}" presName="sibTrans" presStyleCnt="0"/>
      <dgm:spPr/>
    </dgm:pt>
    <dgm:pt modelId="{BA38C809-A5D9-4BCD-B70C-BB595666C709}" type="pres">
      <dgm:prSet presAssocID="{E5B66456-AB5E-4CA6-B956-7ED0369A2C48}" presName="compNode" presStyleCnt="0"/>
      <dgm:spPr/>
    </dgm:pt>
    <dgm:pt modelId="{43BEB404-CF24-462C-A360-55D56A95183E}" type="pres">
      <dgm:prSet presAssocID="{E5B66456-AB5E-4CA6-B956-7ED0369A2C4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84BF7152-B5BF-46B5-AFC3-5020EB07C52B}" type="pres">
      <dgm:prSet presAssocID="{E5B66456-AB5E-4CA6-B956-7ED0369A2C48}" presName="iconSpace" presStyleCnt="0"/>
      <dgm:spPr/>
    </dgm:pt>
    <dgm:pt modelId="{FA6BF8B7-27CC-4D73-9B38-FE7CD3AF327D}" type="pres">
      <dgm:prSet presAssocID="{E5B66456-AB5E-4CA6-B956-7ED0369A2C48}" presName="parTx" presStyleLbl="revTx" presStyleIdx="2" presStyleCnt="4">
        <dgm:presLayoutVars>
          <dgm:chMax val="0"/>
          <dgm:chPref val="0"/>
        </dgm:presLayoutVars>
      </dgm:prSet>
      <dgm:spPr/>
    </dgm:pt>
    <dgm:pt modelId="{0D71AF0B-13EB-49B9-B7FC-2004B27CF047}" type="pres">
      <dgm:prSet presAssocID="{E5B66456-AB5E-4CA6-B956-7ED0369A2C48}" presName="txSpace" presStyleCnt="0"/>
      <dgm:spPr/>
    </dgm:pt>
    <dgm:pt modelId="{D9B73642-F034-49A3-A671-89F90344B9EE}" type="pres">
      <dgm:prSet presAssocID="{E5B66456-AB5E-4CA6-B956-7ED0369A2C48}" presName="desTx" presStyleLbl="revTx" presStyleIdx="3" presStyleCnt="4">
        <dgm:presLayoutVars/>
      </dgm:prSet>
      <dgm:spPr/>
    </dgm:pt>
  </dgm:ptLst>
  <dgm:cxnLst>
    <dgm:cxn modelId="{3CC5BF10-CB3C-4925-9E7A-229D97F6EE15}" srcId="{AF0F40F3-6916-4EB1-9F90-E241287C94C5}" destId="{AC0DEFEB-643F-4420-8F4F-8274EAF3F64C}" srcOrd="0" destOrd="0" parTransId="{D67D7A80-317C-459C-B889-C0D2F55D8F8D}" sibTransId="{AE84828C-AE0A-4F65-8852-67803CA27D0D}"/>
    <dgm:cxn modelId="{84125411-D69B-432F-971F-7CFD76569C3B}" srcId="{AF0F40F3-6916-4EB1-9F90-E241287C94C5}" destId="{E5B66456-AB5E-4CA6-B956-7ED0369A2C48}" srcOrd="1" destOrd="0" parTransId="{6F71EEE1-BC8C-4103-876B-DC7AF7531FCF}" sibTransId="{7DDAFDD0-65C3-4B23-8AD4-C762F02ACB95}"/>
    <dgm:cxn modelId="{00AC1624-7237-475F-A7CD-EB49033DA24D}" type="presOf" srcId="{5649CA72-17CD-437D-B3F0-1A49D573FE1C}" destId="{D9B73642-F034-49A3-A671-89F90344B9EE}" srcOrd="0" destOrd="0" presId="urn:microsoft.com/office/officeart/2018/5/layout/CenteredIconLabelDescriptionList"/>
    <dgm:cxn modelId="{E156792B-3057-4FF6-9C1C-6D3628A0994D}" type="presOf" srcId="{F09485B4-2A66-4559-BA5C-67719A25E50D}" destId="{D9B73642-F034-49A3-A671-89F90344B9EE}" srcOrd="0" destOrd="1" presId="urn:microsoft.com/office/officeart/2018/5/layout/CenteredIconLabelDescriptionList"/>
    <dgm:cxn modelId="{A39BCE3B-DAE0-4A42-863F-741D3DBC2D6E}" srcId="{AC0DEFEB-643F-4420-8F4F-8274EAF3F64C}" destId="{6D31B7D1-B2C0-4AE0-8FAC-B5D24B114865}" srcOrd="0" destOrd="0" parTransId="{41B5989C-087E-4B28-B141-76D197D9956D}" sibTransId="{6CB87FB5-058D-413A-97C5-AD8AE8DE11AE}"/>
    <dgm:cxn modelId="{6CE8E845-653D-4C67-94A1-488722CA6DAF}" type="presOf" srcId="{6D31B7D1-B2C0-4AE0-8FAC-B5D24B114865}" destId="{D544BA3B-51ED-49B1-AA73-838BA73300F9}" srcOrd="0" destOrd="0" presId="urn:microsoft.com/office/officeart/2018/5/layout/CenteredIconLabelDescriptionList"/>
    <dgm:cxn modelId="{1B599255-C574-4234-A1BF-2ECC402C47B2}" srcId="{E5B66456-AB5E-4CA6-B956-7ED0369A2C48}" destId="{F09485B4-2A66-4559-BA5C-67719A25E50D}" srcOrd="1" destOrd="0" parTransId="{7EAE8349-03CF-46FD-A7E7-52FED48294F8}" sibTransId="{6D512BE8-7EDE-40EA-8DC6-216534F2BAFC}"/>
    <dgm:cxn modelId="{617A3A5D-982F-4B15-A268-5AA89E50B5B3}" type="presOf" srcId="{AF0F40F3-6916-4EB1-9F90-E241287C94C5}" destId="{47508C3D-2C5D-48FB-82C9-8CB424730E60}" srcOrd="0" destOrd="0" presId="urn:microsoft.com/office/officeart/2018/5/layout/CenteredIconLabelDescriptionList"/>
    <dgm:cxn modelId="{C1526B61-7947-46D1-9B84-7FB62435D981}" srcId="{AC0DEFEB-643F-4420-8F4F-8274EAF3F64C}" destId="{D4D28C18-6234-479A-A22F-FFB913EE52BC}" srcOrd="1" destOrd="0" parTransId="{9D2C7251-AD7E-4EDB-B20D-08BE7E67953D}" sibTransId="{EC2A1CFD-841B-4A2E-AEFC-EE981506431E}"/>
    <dgm:cxn modelId="{48FFF76E-3241-41C9-ABB0-589192BFC01C}" type="presOf" srcId="{A47DC644-E481-4285-879D-E4FE997DEB81}" destId="{D9B73642-F034-49A3-A671-89F90344B9EE}" srcOrd="0" destOrd="2" presId="urn:microsoft.com/office/officeart/2018/5/layout/CenteredIconLabelDescriptionList"/>
    <dgm:cxn modelId="{D9768781-1878-4CDA-8AB5-735EB021751E}" type="presOf" srcId="{AC0DEFEB-643F-4420-8F4F-8274EAF3F64C}" destId="{0C07CF0C-5936-4B2F-8CA3-4BDF01D70B80}" srcOrd="0" destOrd="0" presId="urn:microsoft.com/office/officeart/2018/5/layout/CenteredIconLabelDescriptionList"/>
    <dgm:cxn modelId="{8583C581-E44E-450C-AED5-A7B5D4DA4E97}" srcId="{E5B66456-AB5E-4CA6-B956-7ED0369A2C48}" destId="{A47DC644-E481-4285-879D-E4FE997DEB81}" srcOrd="2" destOrd="0" parTransId="{0A4D52BD-EF92-4870-B03D-1046A24A301C}" sibTransId="{D4BC4FBA-A611-47C4-986A-047DAE7A4EE1}"/>
    <dgm:cxn modelId="{2D5A8483-EF4E-4156-BBEC-C1D93186950D}" type="presOf" srcId="{E5B66456-AB5E-4CA6-B956-7ED0369A2C48}" destId="{FA6BF8B7-27CC-4D73-9B38-FE7CD3AF327D}" srcOrd="0" destOrd="0" presId="urn:microsoft.com/office/officeart/2018/5/layout/CenteredIconLabelDescriptionList"/>
    <dgm:cxn modelId="{7FB97A9C-8197-4EDF-B1A3-0AA5DF290BB1}" type="presOf" srcId="{D4D28C18-6234-479A-A22F-FFB913EE52BC}" destId="{D544BA3B-51ED-49B1-AA73-838BA73300F9}" srcOrd="0" destOrd="1" presId="urn:microsoft.com/office/officeart/2018/5/layout/CenteredIconLabelDescriptionList"/>
    <dgm:cxn modelId="{A6C380A9-DBFF-4EC3-81EE-141385F110FC}" type="presOf" srcId="{5DEC014C-91BD-4198-B6EB-2341A6C4FA4C}" destId="{D544BA3B-51ED-49B1-AA73-838BA73300F9}" srcOrd="0" destOrd="2" presId="urn:microsoft.com/office/officeart/2018/5/layout/CenteredIconLabelDescriptionList"/>
    <dgm:cxn modelId="{AA9691EA-931F-441B-95C1-F8CA7118FE17}" srcId="{AC0DEFEB-643F-4420-8F4F-8274EAF3F64C}" destId="{5DEC014C-91BD-4198-B6EB-2341A6C4FA4C}" srcOrd="2" destOrd="0" parTransId="{5270CE09-7E1A-44EA-8DCD-3174817609C4}" sibTransId="{96701217-27D7-40B9-8239-B24080BC1FAC}"/>
    <dgm:cxn modelId="{8563B1FA-F2FC-4B1A-A63B-157B23C16EA1}" srcId="{E5B66456-AB5E-4CA6-B956-7ED0369A2C48}" destId="{5649CA72-17CD-437D-B3F0-1A49D573FE1C}" srcOrd="0" destOrd="0" parTransId="{6BA879AF-CD65-46B3-B661-3EBB84F577C9}" sibTransId="{776E58B9-7F88-4B97-A3CF-4DE6A4825B7F}"/>
    <dgm:cxn modelId="{22DBC1C9-7915-4563-B813-01C4515E4041}" type="presParOf" srcId="{47508C3D-2C5D-48FB-82C9-8CB424730E60}" destId="{82F78D52-A63C-43C1-AEFF-C3BE4C0B2E53}" srcOrd="0" destOrd="0" presId="urn:microsoft.com/office/officeart/2018/5/layout/CenteredIconLabelDescriptionList"/>
    <dgm:cxn modelId="{2F5872EF-071A-4D8C-8F71-2AF95882F600}" type="presParOf" srcId="{82F78D52-A63C-43C1-AEFF-C3BE4C0B2E53}" destId="{73BEE6E2-7B4C-42DD-ACC2-45BA63DE4170}" srcOrd="0" destOrd="0" presId="urn:microsoft.com/office/officeart/2018/5/layout/CenteredIconLabelDescriptionList"/>
    <dgm:cxn modelId="{C4795D9F-F087-45B6-A7AA-F7BF18B4D87E}" type="presParOf" srcId="{82F78D52-A63C-43C1-AEFF-C3BE4C0B2E53}" destId="{BA8B3B1B-FA90-41EE-88BD-EAA10D94A416}" srcOrd="1" destOrd="0" presId="urn:microsoft.com/office/officeart/2018/5/layout/CenteredIconLabelDescriptionList"/>
    <dgm:cxn modelId="{9DF0FF73-C36C-4F40-9841-17DC043E7F39}" type="presParOf" srcId="{82F78D52-A63C-43C1-AEFF-C3BE4C0B2E53}" destId="{0C07CF0C-5936-4B2F-8CA3-4BDF01D70B80}" srcOrd="2" destOrd="0" presId="urn:microsoft.com/office/officeart/2018/5/layout/CenteredIconLabelDescriptionList"/>
    <dgm:cxn modelId="{621FB12F-F72D-4242-A313-300730EB5B8A}" type="presParOf" srcId="{82F78D52-A63C-43C1-AEFF-C3BE4C0B2E53}" destId="{5ECD25C0-056D-40E4-A860-88620B56E55B}" srcOrd="3" destOrd="0" presId="urn:microsoft.com/office/officeart/2018/5/layout/CenteredIconLabelDescriptionList"/>
    <dgm:cxn modelId="{B9292D49-DC75-4FDF-9F1F-7C2DC4242D7C}" type="presParOf" srcId="{82F78D52-A63C-43C1-AEFF-C3BE4C0B2E53}" destId="{D544BA3B-51ED-49B1-AA73-838BA73300F9}" srcOrd="4" destOrd="0" presId="urn:microsoft.com/office/officeart/2018/5/layout/CenteredIconLabelDescriptionList"/>
    <dgm:cxn modelId="{6CBE05B4-F284-4D44-8E60-28DD079A8E18}" type="presParOf" srcId="{47508C3D-2C5D-48FB-82C9-8CB424730E60}" destId="{54DC46B8-34D8-4F97-87C8-E4DD18E7F926}" srcOrd="1" destOrd="0" presId="urn:microsoft.com/office/officeart/2018/5/layout/CenteredIconLabelDescriptionList"/>
    <dgm:cxn modelId="{28B3E74F-6C64-47A2-B041-DAD0A765AD98}" type="presParOf" srcId="{47508C3D-2C5D-48FB-82C9-8CB424730E60}" destId="{BA38C809-A5D9-4BCD-B70C-BB595666C709}" srcOrd="2" destOrd="0" presId="urn:microsoft.com/office/officeart/2018/5/layout/CenteredIconLabelDescriptionList"/>
    <dgm:cxn modelId="{FEC6D6FB-FDFE-428F-B32C-EF17810F744F}" type="presParOf" srcId="{BA38C809-A5D9-4BCD-B70C-BB595666C709}" destId="{43BEB404-CF24-462C-A360-55D56A95183E}" srcOrd="0" destOrd="0" presId="urn:microsoft.com/office/officeart/2018/5/layout/CenteredIconLabelDescriptionList"/>
    <dgm:cxn modelId="{89E1ABEE-ED5B-44C0-B815-8EF478C7BEF6}" type="presParOf" srcId="{BA38C809-A5D9-4BCD-B70C-BB595666C709}" destId="{84BF7152-B5BF-46B5-AFC3-5020EB07C52B}" srcOrd="1" destOrd="0" presId="urn:microsoft.com/office/officeart/2018/5/layout/CenteredIconLabelDescriptionList"/>
    <dgm:cxn modelId="{CC2DBA8F-15B6-42D2-946A-34F2998419A7}" type="presParOf" srcId="{BA38C809-A5D9-4BCD-B70C-BB595666C709}" destId="{FA6BF8B7-27CC-4D73-9B38-FE7CD3AF327D}" srcOrd="2" destOrd="0" presId="urn:microsoft.com/office/officeart/2018/5/layout/CenteredIconLabelDescriptionList"/>
    <dgm:cxn modelId="{07356136-BECD-4153-BBAA-CFAB6C2CE703}" type="presParOf" srcId="{BA38C809-A5D9-4BCD-B70C-BB595666C709}" destId="{0D71AF0B-13EB-49B9-B7FC-2004B27CF047}" srcOrd="3" destOrd="0" presId="urn:microsoft.com/office/officeart/2018/5/layout/CenteredIconLabelDescriptionList"/>
    <dgm:cxn modelId="{DDF3DE25-7929-4090-987C-0FF2B73C047E}" type="presParOf" srcId="{BA38C809-A5D9-4BCD-B70C-BB595666C709}" destId="{D9B73642-F034-49A3-A671-89F90344B9EE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D8E59AD-79FA-4C40-83B0-775BCBCC203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5329F35B-6A9D-45E5-8632-96DB315DE0DE}">
      <dgm:prSet/>
      <dgm:spPr/>
      <dgm:t>
        <a:bodyPr/>
        <a:lstStyle/>
        <a:p>
          <a:r>
            <a:rPr lang="en-US"/>
            <a:t>Communicate with Slack anytime we or client have something to ask. – Very poor on client side (vague requests, outrageous timelines)</a:t>
          </a:r>
        </a:p>
      </dgm:t>
    </dgm:pt>
    <dgm:pt modelId="{25700D65-2F75-40E9-96EB-366343EFDC5D}" type="parTrans" cxnId="{AD227CA3-F4F0-4B94-B7AE-C44FEBDAE7B2}">
      <dgm:prSet/>
      <dgm:spPr/>
      <dgm:t>
        <a:bodyPr/>
        <a:lstStyle/>
        <a:p>
          <a:endParaRPr lang="en-US"/>
        </a:p>
      </dgm:t>
    </dgm:pt>
    <dgm:pt modelId="{8852F463-746A-471E-A144-7269D2F3035D}" type="sibTrans" cxnId="{AD227CA3-F4F0-4B94-B7AE-C44FEBDAE7B2}">
      <dgm:prSet/>
      <dgm:spPr/>
      <dgm:t>
        <a:bodyPr/>
        <a:lstStyle/>
        <a:p>
          <a:endParaRPr lang="en-US"/>
        </a:p>
      </dgm:t>
    </dgm:pt>
    <dgm:pt modelId="{BE80A5B7-7F77-4828-ADCB-430CEACA2325}">
      <dgm:prSet/>
      <dgm:spPr/>
      <dgm:t>
        <a:bodyPr/>
        <a:lstStyle/>
        <a:p>
          <a:r>
            <a:rPr lang="en-US"/>
            <a:t>Meeting every Friday to show our progress and get feedback from client.</a:t>
          </a:r>
        </a:p>
      </dgm:t>
    </dgm:pt>
    <dgm:pt modelId="{E5E24663-4DAF-4ED4-9753-1244A537867C}" type="parTrans" cxnId="{CCE42649-C48A-437D-BF4C-F263A2B312EE}">
      <dgm:prSet/>
      <dgm:spPr/>
      <dgm:t>
        <a:bodyPr/>
        <a:lstStyle/>
        <a:p>
          <a:endParaRPr lang="en-US"/>
        </a:p>
      </dgm:t>
    </dgm:pt>
    <dgm:pt modelId="{D996747C-4663-4A7B-9783-0C1E2B70C4A2}" type="sibTrans" cxnId="{CCE42649-C48A-437D-BF4C-F263A2B312EE}">
      <dgm:prSet/>
      <dgm:spPr/>
      <dgm:t>
        <a:bodyPr/>
        <a:lstStyle/>
        <a:p>
          <a:endParaRPr lang="en-US"/>
        </a:p>
      </dgm:t>
    </dgm:pt>
    <dgm:pt modelId="{4DC2039F-86B9-4052-AD84-C1CE4DA4E450}">
      <dgm:prSet/>
      <dgm:spPr/>
      <dgm:t>
        <a:bodyPr/>
        <a:lstStyle/>
        <a:p>
          <a:r>
            <a:rPr lang="en-US"/>
            <a:t>Client gets code updates through a forked repo</a:t>
          </a:r>
        </a:p>
      </dgm:t>
    </dgm:pt>
    <dgm:pt modelId="{10EC541B-992A-42A3-A00E-37BE0421B6A9}" type="parTrans" cxnId="{B986E1A9-EB3B-40C2-816C-2FD60C7D6F99}">
      <dgm:prSet/>
      <dgm:spPr/>
      <dgm:t>
        <a:bodyPr/>
        <a:lstStyle/>
        <a:p>
          <a:endParaRPr lang="en-US"/>
        </a:p>
      </dgm:t>
    </dgm:pt>
    <dgm:pt modelId="{3B834AE3-8202-4EEE-ACBD-C4008F108ADB}" type="sibTrans" cxnId="{B986E1A9-EB3B-40C2-816C-2FD60C7D6F99}">
      <dgm:prSet/>
      <dgm:spPr/>
      <dgm:t>
        <a:bodyPr/>
        <a:lstStyle/>
        <a:p>
          <a:endParaRPr lang="en-US"/>
        </a:p>
      </dgm:t>
    </dgm:pt>
    <dgm:pt modelId="{37BB1F21-1712-4FE7-AB95-B614C85DBD71}" type="pres">
      <dgm:prSet presAssocID="{8D8E59AD-79FA-4C40-83B0-775BCBCC203B}" presName="root" presStyleCnt="0">
        <dgm:presLayoutVars>
          <dgm:dir/>
          <dgm:resizeHandles val="exact"/>
        </dgm:presLayoutVars>
      </dgm:prSet>
      <dgm:spPr/>
    </dgm:pt>
    <dgm:pt modelId="{28F04FF3-C285-4AAB-AC1B-69941DAA7238}" type="pres">
      <dgm:prSet presAssocID="{5329F35B-6A9D-45E5-8632-96DB315DE0DE}" presName="compNode" presStyleCnt="0"/>
      <dgm:spPr/>
    </dgm:pt>
    <dgm:pt modelId="{5AB8B413-F26D-4882-A800-760380BA3C89}" type="pres">
      <dgm:prSet presAssocID="{5329F35B-6A9D-45E5-8632-96DB315DE0DE}" presName="bgRect" presStyleLbl="bgShp" presStyleIdx="0" presStyleCnt="3"/>
      <dgm:spPr/>
    </dgm:pt>
    <dgm:pt modelId="{1A1F2579-09F1-453B-A4AB-F175C05620D7}" type="pres">
      <dgm:prSet presAssocID="{5329F35B-6A9D-45E5-8632-96DB315DE0D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1FB773F1-D610-4DAF-B27B-5AFC7D1A9E05}" type="pres">
      <dgm:prSet presAssocID="{5329F35B-6A9D-45E5-8632-96DB315DE0DE}" presName="spaceRect" presStyleCnt="0"/>
      <dgm:spPr/>
    </dgm:pt>
    <dgm:pt modelId="{2AE5C8AC-FEC8-4220-82B1-B66C397AAFBB}" type="pres">
      <dgm:prSet presAssocID="{5329F35B-6A9D-45E5-8632-96DB315DE0DE}" presName="parTx" presStyleLbl="revTx" presStyleIdx="0" presStyleCnt="3">
        <dgm:presLayoutVars>
          <dgm:chMax val="0"/>
          <dgm:chPref val="0"/>
        </dgm:presLayoutVars>
      </dgm:prSet>
      <dgm:spPr/>
    </dgm:pt>
    <dgm:pt modelId="{28CD4CCB-3711-4861-B404-8B229FEE8926}" type="pres">
      <dgm:prSet presAssocID="{8852F463-746A-471E-A144-7269D2F3035D}" presName="sibTrans" presStyleCnt="0"/>
      <dgm:spPr/>
    </dgm:pt>
    <dgm:pt modelId="{AEDF03D1-3D4F-4103-B688-C55695ED20AB}" type="pres">
      <dgm:prSet presAssocID="{BE80A5B7-7F77-4828-ADCB-430CEACA2325}" presName="compNode" presStyleCnt="0"/>
      <dgm:spPr/>
    </dgm:pt>
    <dgm:pt modelId="{7B9873E5-9A62-4B46-A533-C11CFFEC00BE}" type="pres">
      <dgm:prSet presAssocID="{BE80A5B7-7F77-4828-ADCB-430CEACA2325}" presName="bgRect" presStyleLbl="bgShp" presStyleIdx="1" presStyleCnt="3"/>
      <dgm:spPr/>
    </dgm:pt>
    <dgm:pt modelId="{B992BF7C-82DB-4ABE-8AB5-A5A461CC61CF}" type="pres">
      <dgm:prSet presAssocID="{BE80A5B7-7F77-4828-ADCB-430CEACA232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ard Room"/>
        </a:ext>
      </dgm:extLst>
    </dgm:pt>
    <dgm:pt modelId="{28DDD6DE-2A8B-49EB-9C76-583B87E05A28}" type="pres">
      <dgm:prSet presAssocID="{BE80A5B7-7F77-4828-ADCB-430CEACA2325}" presName="spaceRect" presStyleCnt="0"/>
      <dgm:spPr/>
    </dgm:pt>
    <dgm:pt modelId="{7D65E7C5-26AC-45D0-A41E-23CD8D67CFEC}" type="pres">
      <dgm:prSet presAssocID="{BE80A5B7-7F77-4828-ADCB-430CEACA2325}" presName="parTx" presStyleLbl="revTx" presStyleIdx="1" presStyleCnt="3">
        <dgm:presLayoutVars>
          <dgm:chMax val="0"/>
          <dgm:chPref val="0"/>
        </dgm:presLayoutVars>
      </dgm:prSet>
      <dgm:spPr/>
    </dgm:pt>
    <dgm:pt modelId="{F123F809-D2D0-426B-BFF1-CAFD7204E8A0}" type="pres">
      <dgm:prSet presAssocID="{D996747C-4663-4A7B-9783-0C1E2B70C4A2}" presName="sibTrans" presStyleCnt="0"/>
      <dgm:spPr/>
    </dgm:pt>
    <dgm:pt modelId="{9F6585F2-E4C7-4047-B03F-0B4E75FFFA89}" type="pres">
      <dgm:prSet presAssocID="{4DC2039F-86B9-4052-AD84-C1CE4DA4E450}" presName="compNode" presStyleCnt="0"/>
      <dgm:spPr/>
    </dgm:pt>
    <dgm:pt modelId="{FD51080C-A67A-4BE5-AA13-D5C97E4CDE6F}" type="pres">
      <dgm:prSet presAssocID="{4DC2039F-86B9-4052-AD84-C1CE4DA4E450}" presName="bgRect" presStyleLbl="bgShp" presStyleIdx="2" presStyleCnt="3"/>
      <dgm:spPr/>
    </dgm:pt>
    <dgm:pt modelId="{1717FBC0-FFC5-48A3-9A5B-44BAFA3A8AE1}" type="pres">
      <dgm:prSet presAssocID="{4DC2039F-86B9-4052-AD84-C1CE4DA4E45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3AD0D919-6BA8-476E-82AC-2D92C4FB7FF4}" type="pres">
      <dgm:prSet presAssocID="{4DC2039F-86B9-4052-AD84-C1CE4DA4E450}" presName="spaceRect" presStyleCnt="0"/>
      <dgm:spPr/>
    </dgm:pt>
    <dgm:pt modelId="{C83D298B-2C5B-4860-B324-9CEB2A6E8B33}" type="pres">
      <dgm:prSet presAssocID="{4DC2039F-86B9-4052-AD84-C1CE4DA4E45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8F6462E-40F0-43EE-8358-982D6ED154C7}" type="presOf" srcId="{5329F35B-6A9D-45E5-8632-96DB315DE0DE}" destId="{2AE5C8AC-FEC8-4220-82B1-B66C397AAFBB}" srcOrd="0" destOrd="0" presId="urn:microsoft.com/office/officeart/2018/2/layout/IconVerticalSolidList"/>
    <dgm:cxn modelId="{D558F930-C213-4730-9944-23E513D90790}" type="presOf" srcId="{4DC2039F-86B9-4052-AD84-C1CE4DA4E450}" destId="{C83D298B-2C5B-4860-B324-9CEB2A6E8B33}" srcOrd="0" destOrd="0" presId="urn:microsoft.com/office/officeart/2018/2/layout/IconVerticalSolidList"/>
    <dgm:cxn modelId="{CCE42649-C48A-437D-BF4C-F263A2B312EE}" srcId="{8D8E59AD-79FA-4C40-83B0-775BCBCC203B}" destId="{BE80A5B7-7F77-4828-ADCB-430CEACA2325}" srcOrd="1" destOrd="0" parTransId="{E5E24663-4DAF-4ED4-9753-1244A537867C}" sibTransId="{D996747C-4663-4A7B-9783-0C1E2B70C4A2}"/>
    <dgm:cxn modelId="{E7A4215C-C656-467F-B690-AB0864A08257}" type="presOf" srcId="{BE80A5B7-7F77-4828-ADCB-430CEACA2325}" destId="{7D65E7C5-26AC-45D0-A41E-23CD8D67CFEC}" srcOrd="0" destOrd="0" presId="urn:microsoft.com/office/officeart/2018/2/layout/IconVerticalSolidList"/>
    <dgm:cxn modelId="{5F8B9F69-6F6E-46D1-B414-8D66A53517A1}" type="presOf" srcId="{8D8E59AD-79FA-4C40-83B0-775BCBCC203B}" destId="{37BB1F21-1712-4FE7-AB95-B614C85DBD71}" srcOrd="0" destOrd="0" presId="urn:microsoft.com/office/officeart/2018/2/layout/IconVerticalSolidList"/>
    <dgm:cxn modelId="{AD227CA3-F4F0-4B94-B7AE-C44FEBDAE7B2}" srcId="{8D8E59AD-79FA-4C40-83B0-775BCBCC203B}" destId="{5329F35B-6A9D-45E5-8632-96DB315DE0DE}" srcOrd="0" destOrd="0" parTransId="{25700D65-2F75-40E9-96EB-366343EFDC5D}" sibTransId="{8852F463-746A-471E-A144-7269D2F3035D}"/>
    <dgm:cxn modelId="{B986E1A9-EB3B-40C2-816C-2FD60C7D6F99}" srcId="{8D8E59AD-79FA-4C40-83B0-775BCBCC203B}" destId="{4DC2039F-86B9-4052-AD84-C1CE4DA4E450}" srcOrd="2" destOrd="0" parTransId="{10EC541B-992A-42A3-A00E-37BE0421B6A9}" sibTransId="{3B834AE3-8202-4EEE-ACBD-C4008F108ADB}"/>
    <dgm:cxn modelId="{966E2FC3-2BD3-4AD8-B8F3-B6FB804123B3}" type="presParOf" srcId="{37BB1F21-1712-4FE7-AB95-B614C85DBD71}" destId="{28F04FF3-C285-4AAB-AC1B-69941DAA7238}" srcOrd="0" destOrd="0" presId="urn:microsoft.com/office/officeart/2018/2/layout/IconVerticalSolidList"/>
    <dgm:cxn modelId="{B2673D7D-5D38-42C7-BB04-328F42431D2F}" type="presParOf" srcId="{28F04FF3-C285-4AAB-AC1B-69941DAA7238}" destId="{5AB8B413-F26D-4882-A800-760380BA3C89}" srcOrd="0" destOrd="0" presId="urn:microsoft.com/office/officeart/2018/2/layout/IconVerticalSolidList"/>
    <dgm:cxn modelId="{43E324D5-14CF-40E6-8220-980C061D6749}" type="presParOf" srcId="{28F04FF3-C285-4AAB-AC1B-69941DAA7238}" destId="{1A1F2579-09F1-453B-A4AB-F175C05620D7}" srcOrd="1" destOrd="0" presId="urn:microsoft.com/office/officeart/2018/2/layout/IconVerticalSolidList"/>
    <dgm:cxn modelId="{399C6779-3F67-4756-8A6D-09334855BDDC}" type="presParOf" srcId="{28F04FF3-C285-4AAB-AC1B-69941DAA7238}" destId="{1FB773F1-D610-4DAF-B27B-5AFC7D1A9E05}" srcOrd="2" destOrd="0" presId="urn:microsoft.com/office/officeart/2018/2/layout/IconVerticalSolidList"/>
    <dgm:cxn modelId="{FFD03C3A-7240-4711-85C1-1C7ECC1E7D5C}" type="presParOf" srcId="{28F04FF3-C285-4AAB-AC1B-69941DAA7238}" destId="{2AE5C8AC-FEC8-4220-82B1-B66C397AAFBB}" srcOrd="3" destOrd="0" presId="urn:microsoft.com/office/officeart/2018/2/layout/IconVerticalSolidList"/>
    <dgm:cxn modelId="{C310E24E-CF3D-456A-BDD5-06A90D9A867B}" type="presParOf" srcId="{37BB1F21-1712-4FE7-AB95-B614C85DBD71}" destId="{28CD4CCB-3711-4861-B404-8B229FEE8926}" srcOrd="1" destOrd="0" presId="urn:microsoft.com/office/officeart/2018/2/layout/IconVerticalSolidList"/>
    <dgm:cxn modelId="{450D2DB5-4C1A-42A1-BC17-07DFB031A2E5}" type="presParOf" srcId="{37BB1F21-1712-4FE7-AB95-B614C85DBD71}" destId="{AEDF03D1-3D4F-4103-B688-C55695ED20AB}" srcOrd="2" destOrd="0" presId="urn:microsoft.com/office/officeart/2018/2/layout/IconVerticalSolidList"/>
    <dgm:cxn modelId="{CBFF4C29-1659-44C8-8C52-8947A2C8C3CB}" type="presParOf" srcId="{AEDF03D1-3D4F-4103-B688-C55695ED20AB}" destId="{7B9873E5-9A62-4B46-A533-C11CFFEC00BE}" srcOrd="0" destOrd="0" presId="urn:microsoft.com/office/officeart/2018/2/layout/IconVerticalSolidList"/>
    <dgm:cxn modelId="{A20C6ADB-60BA-4425-8ACD-60636B4A66FF}" type="presParOf" srcId="{AEDF03D1-3D4F-4103-B688-C55695ED20AB}" destId="{B992BF7C-82DB-4ABE-8AB5-A5A461CC61CF}" srcOrd="1" destOrd="0" presId="urn:microsoft.com/office/officeart/2018/2/layout/IconVerticalSolidList"/>
    <dgm:cxn modelId="{9FBC59B7-BB64-494F-8B85-0A9C57058E41}" type="presParOf" srcId="{AEDF03D1-3D4F-4103-B688-C55695ED20AB}" destId="{28DDD6DE-2A8B-49EB-9C76-583B87E05A28}" srcOrd="2" destOrd="0" presId="urn:microsoft.com/office/officeart/2018/2/layout/IconVerticalSolidList"/>
    <dgm:cxn modelId="{251CFEA2-ED5F-44BB-8331-AE514F0B3905}" type="presParOf" srcId="{AEDF03D1-3D4F-4103-B688-C55695ED20AB}" destId="{7D65E7C5-26AC-45D0-A41E-23CD8D67CFEC}" srcOrd="3" destOrd="0" presId="urn:microsoft.com/office/officeart/2018/2/layout/IconVerticalSolidList"/>
    <dgm:cxn modelId="{2AA453DE-745B-4DF8-B063-12B5A0DBB90E}" type="presParOf" srcId="{37BB1F21-1712-4FE7-AB95-B614C85DBD71}" destId="{F123F809-D2D0-426B-BFF1-CAFD7204E8A0}" srcOrd="3" destOrd="0" presId="urn:microsoft.com/office/officeart/2018/2/layout/IconVerticalSolidList"/>
    <dgm:cxn modelId="{A5C6B011-B7DC-4450-87BD-2FBBDD881345}" type="presParOf" srcId="{37BB1F21-1712-4FE7-AB95-B614C85DBD71}" destId="{9F6585F2-E4C7-4047-B03F-0B4E75FFFA89}" srcOrd="4" destOrd="0" presId="urn:microsoft.com/office/officeart/2018/2/layout/IconVerticalSolidList"/>
    <dgm:cxn modelId="{61485FA6-8BB2-42C0-9EA3-A019B881F9EA}" type="presParOf" srcId="{9F6585F2-E4C7-4047-B03F-0B4E75FFFA89}" destId="{FD51080C-A67A-4BE5-AA13-D5C97E4CDE6F}" srcOrd="0" destOrd="0" presId="urn:microsoft.com/office/officeart/2018/2/layout/IconVerticalSolidList"/>
    <dgm:cxn modelId="{B724B987-7A7C-4D8B-A43E-0CC439A7D9C5}" type="presParOf" srcId="{9F6585F2-E4C7-4047-B03F-0B4E75FFFA89}" destId="{1717FBC0-FFC5-48A3-9A5B-44BAFA3A8AE1}" srcOrd="1" destOrd="0" presId="urn:microsoft.com/office/officeart/2018/2/layout/IconVerticalSolidList"/>
    <dgm:cxn modelId="{D19CACDE-5F2F-4572-A20E-80F8508DB5B3}" type="presParOf" srcId="{9F6585F2-E4C7-4047-B03F-0B4E75FFFA89}" destId="{3AD0D919-6BA8-476E-82AC-2D92C4FB7FF4}" srcOrd="2" destOrd="0" presId="urn:microsoft.com/office/officeart/2018/2/layout/IconVerticalSolidList"/>
    <dgm:cxn modelId="{62506EE1-4BCA-46EC-A067-A2DF953F1A25}" type="presParOf" srcId="{9F6585F2-E4C7-4047-B03F-0B4E75FFFA89}" destId="{C83D298B-2C5B-4860-B324-9CEB2A6E8B3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244BAB4-3597-43B1-B9D4-9BAF5838AB6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E81D10EB-B7AB-41BA-8886-14758CE4BB98}">
      <dgm:prSet/>
      <dgm:spPr/>
      <dgm:t>
        <a:bodyPr/>
        <a:lstStyle/>
        <a:p>
          <a:r>
            <a:rPr lang="en-GB"/>
            <a:t>Meet every Monday and weekly PM assigns tasks.</a:t>
          </a:r>
          <a:endParaRPr lang="en-US"/>
        </a:p>
      </dgm:t>
    </dgm:pt>
    <dgm:pt modelId="{A4AD84C6-AF68-42D8-B62B-84E5D706CD9C}" type="parTrans" cxnId="{1B5523F1-0493-4A27-9480-DF4418381883}">
      <dgm:prSet/>
      <dgm:spPr/>
      <dgm:t>
        <a:bodyPr/>
        <a:lstStyle/>
        <a:p>
          <a:endParaRPr lang="en-US"/>
        </a:p>
      </dgm:t>
    </dgm:pt>
    <dgm:pt modelId="{8C2C0D74-EF33-4902-AE9B-F599C4EC7061}" type="sibTrans" cxnId="{1B5523F1-0493-4A27-9480-DF4418381883}">
      <dgm:prSet/>
      <dgm:spPr/>
      <dgm:t>
        <a:bodyPr/>
        <a:lstStyle/>
        <a:p>
          <a:endParaRPr lang="en-US"/>
        </a:p>
      </dgm:t>
    </dgm:pt>
    <dgm:pt modelId="{7C9934A3-E8D2-4944-BFA7-6906E2A14327}">
      <dgm:prSet/>
      <dgm:spPr/>
      <dgm:t>
        <a:bodyPr/>
        <a:lstStyle/>
        <a:p>
          <a:r>
            <a:rPr lang="en-US"/>
            <a:t>Communicate on group chat so that we can discuss on a certain topic.</a:t>
          </a:r>
        </a:p>
      </dgm:t>
    </dgm:pt>
    <dgm:pt modelId="{2C755FD5-0072-474F-91D3-B31D2718853E}" type="parTrans" cxnId="{010732C3-B735-4F57-8E39-860AC0573934}">
      <dgm:prSet/>
      <dgm:spPr/>
      <dgm:t>
        <a:bodyPr/>
        <a:lstStyle/>
        <a:p>
          <a:endParaRPr lang="en-US"/>
        </a:p>
      </dgm:t>
    </dgm:pt>
    <dgm:pt modelId="{F792D242-0178-43D0-BC66-E2BE105BA141}" type="sibTrans" cxnId="{010732C3-B735-4F57-8E39-860AC0573934}">
      <dgm:prSet/>
      <dgm:spPr/>
      <dgm:t>
        <a:bodyPr/>
        <a:lstStyle/>
        <a:p>
          <a:endParaRPr lang="en-US"/>
        </a:p>
      </dgm:t>
    </dgm:pt>
    <dgm:pt modelId="{9099CCBA-1850-409A-BE90-49EF12944C31}">
      <dgm:prSet/>
      <dgm:spPr/>
      <dgm:t>
        <a:bodyPr/>
        <a:lstStyle/>
        <a:p>
          <a:r>
            <a:rPr lang="en-GB"/>
            <a:t>Discord and teams for communicating sensitive information, asking informal questions and requesting PR reviews. – Now migrating more important conversations to GitHub</a:t>
          </a:r>
          <a:endParaRPr lang="en-US"/>
        </a:p>
      </dgm:t>
    </dgm:pt>
    <dgm:pt modelId="{FCA75F74-B960-40C9-AEAF-8A92B003B912}" type="parTrans" cxnId="{9AC28435-ED26-453F-9438-1E842FA695A1}">
      <dgm:prSet/>
      <dgm:spPr/>
      <dgm:t>
        <a:bodyPr/>
        <a:lstStyle/>
        <a:p>
          <a:endParaRPr lang="en-US"/>
        </a:p>
      </dgm:t>
    </dgm:pt>
    <dgm:pt modelId="{A6C24375-043E-4712-B938-146009A098D3}" type="sibTrans" cxnId="{9AC28435-ED26-453F-9438-1E842FA695A1}">
      <dgm:prSet/>
      <dgm:spPr/>
      <dgm:t>
        <a:bodyPr/>
        <a:lstStyle/>
        <a:p>
          <a:endParaRPr lang="en-US"/>
        </a:p>
      </dgm:t>
    </dgm:pt>
    <dgm:pt modelId="{C0EFACBA-933B-4218-918B-AF7525F9DCB2}" type="pres">
      <dgm:prSet presAssocID="{A244BAB4-3597-43B1-B9D4-9BAF5838AB67}" presName="root" presStyleCnt="0">
        <dgm:presLayoutVars>
          <dgm:dir/>
          <dgm:resizeHandles val="exact"/>
        </dgm:presLayoutVars>
      </dgm:prSet>
      <dgm:spPr/>
    </dgm:pt>
    <dgm:pt modelId="{FDBBCB0C-402B-406D-94A0-FF2DD20D7ADA}" type="pres">
      <dgm:prSet presAssocID="{E81D10EB-B7AB-41BA-8886-14758CE4BB98}" presName="compNode" presStyleCnt="0"/>
      <dgm:spPr/>
    </dgm:pt>
    <dgm:pt modelId="{9FD6705B-1E09-4C9E-9092-657569DB68B4}" type="pres">
      <dgm:prSet presAssocID="{E81D10EB-B7AB-41BA-8886-14758CE4BB98}" presName="bgRect" presStyleLbl="bgShp" presStyleIdx="0" presStyleCnt="3"/>
      <dgm:spPr/>
    </dgm:pt>
    <dgm:pt modelId="{DE8A69DE-08E3-4017-A8C9-DA3ADDA1375D}" type="pres">
      <dgm:prSet presAssocID="{E81D10EB-B7AB-41BA-8886-14758CE4BB9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5556E6B7-0082-4715-B793-78F74BAC45EC}" type="pres">
      <dgm:prSet presAssocID="{E81D10EB-B7AB-41BA-8886-14758CE4BB98}" presName="spaceRect" presStyleCnt="0"/>
      <dgm:spPr/>
    </dgm:pt>
    <dgm:pt modelId="{0ADE7406-84EC-48A4-A805-0BF08D0A1837}" type="pres">
      <dgm:prSet presAssocID="{E81D10EB-B7AB-41BA-8886-14758CE4BB98}" presName="parTx" presStyleLbl="revTx" presStyleIdx="0" presStyleCnt="3">
        <dgm:presLayoutVars>
          <dgm:chMax val="0"/>
          <dgm:chPref val="0"/>
        </dgm:presLayoutVars>
      </dgm:prSet>
      <dgm:spPr/>
    </dgm:pt>
    <dgm:pt modelId="{7F8324F4-2A11-4D53-A264-B006627C2C8A}" type="pres">
      <dgm:prSet presAssocID="{8C2C0D74-EF33-4902-AE9B-F599C4EC7061}" presName="sibTrans" presStyleCnt="0"/>
      <dgm:spPr/>
    </dgm:pt>
    <dgm:pt modelId="{487814EF-3747-454D-8165-72CA01900790}" type="pres">
      <dgm:prSet presAssocID="{7C9934A3-E8D2-4944-BFA7-6906E2A14327}" presName="compNode" presStyleCnt="0"/>
      <dgm:spPr/>
    </dgm:pt>
    <dgm:pt modelId="{CDC0DFF3-8D49-4D31-9084-5724D8DE33C0}" type="pres">
      <dgm:prSet presAssocID="{7C9934A3-E8D2-4944-BFA7-6906E2A14327}" presName="bgRect" presStyleLbl="bgShp" presStyleIdx="1" presStyleCnt="3"/>
      <dgm:spPr/>
    </dgm:pt>
    <dgm:pt modelId="{C5301235-ACF0-4DF8-B350-9CBD52917747}" type="pres">
      <dgm:prSet presAssocID="{7C9934A3-E8D2-4944-BFA7-6906E2A1432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F4565D0C-7A3B-4F7F-B279-4A33BEA9C13B}" type="pres">
      <dgm:prSet presAssocID="{7C9934A3-E8D2-4944-BFA7-6906E2A14327}" presName="spaceRect" presStyleCnt="0"/>
      <dgm:spPr/>
    </dgm:pt>
    <dgm:pt modelId="{AB07F815-B6BC-4FA6-AED6-5631CEE23A10}" type="pres">
      <dgm:prSet presAssocID="{7C9934A3-E8D2-4944-BFA7-6906E2A14327}" presName="parTx" presStyleLbl="revTx" presStyleIdx="1" presStyleCnt="3">
        <dgm:presLayoutVars>
          <dgm:chMax val="0"/>
          <dgm:chPref val="0"/>
        </dgm:presLayoutVars>
      </dgm:prSet>
      <dgm:spPr/>
    </dgm:pt>
    <dgm:pt modelId="{12EB3A96-D0F0-4986-8437-D55EBD1DF935}" type="pres">
      <dgm:prSet presAssocID="{F792D242-0178-43D0-BC66-E2BE105BA141}" presName="sibTrans" presStyleCnt="0"/>
      <dgm:spPr/>
    </dgm:pt>
    <dgm:pt modelId="{24F8095C-9285-4E63-8E2D-D0D5BF60A944}" type="pres">
      <dgm:prSet presAssocID="{9099CCBA-1850-409A-BE90-49EF12944C31}" presName="compNode" presStyleCnt="0"/>
      <dgm:spPr/>
    </dgm:pt>
    <dgm:pt modelId="{B416F847-AE76-42B0-9F31-0FFF28354537}" type="pres">
      <dgm:prSet presAssocID="{9099CCBA-1850-409A-BE90-49EF12944C31}" presName="bgRect" presStyleLbl="bgShp" presStyleIdx="2" presStyleCnt="3"/>
      <dgm:spPr/>
    </dgm:pt>
    <dgm:pt modelId="{9D6A416C-279E-4BD7-AFEB-F470CD46BFB9}" type="pres">
      <dgm:prSet presAssocID="{9099CCBA-1850-409A-BE90-49EF12944C3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EFC26A0B-567C-47BC-8E2A-3DFEE35F34D8}" type="pres">
      <dgm:prSet presAssocID="{9099CCBA-1850-409A-BE90-49EF12944C31}" presName="spaceRect" presStyleCnt="0"/>
      <dgm:spPr/>
    </dgm:pt>
    <dgm:pt modelId="{5613A3AE-EDD6-4B63-9F5C-8C7E439881B1}" type="pres">
      <dgm:prSet presAssocID="{9099CCBA-1850-409A-BE90-49EF12944C3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AC28435-ED26-453F-9438-1E842FA695A1}" srcId="{A244BAB4-3597-43B1-B9D4-9BAF5838AB67}" destId="{9099CCBA-1850-409A-BE90-49EF12944C31}" srcOrd="2" destOrd="0" parTransId="{FCA75F74-B960-40C9-AEAF-8A92B003B912}" sibTransId="{A6C24375-043E-4712-B938-146009A098D3}"/>
    <dgm:cxn modelId="{BFF41257-C3E2-4D52-802D-FCE313CB63EB}" type="presOf" srcId="{A244BAB4-3597-43B1-B9D4-9BAF5838AB67}" destId="{C0EFACBA-933B-4218-918B-AF7525F9DCB2}" srcOrd="0" destOrd="0" presId="urn:microsoft.com/office/officeart/2018/2/layout/IconVerticalSolidList"/>
    <dgm:cxn modelId="{15DC8293-C5BD-4613-A689-EFF36E01B84F}" type="presOf" srcId="{9099CCBA-1850-409A-BE90-49EF12944C31}" destId="{5613A3AE-EDD6-4B63-9F5C-8C7E439881B1}" srcOrd="0" destOrd="0" presId="urn:microsoft.com/office/officeart/2018/2/layout/IconVerticalSolidList"/>
    <dgm:cxn modelId="{FDD1A7A3-372D-4D0E-BE9E-39F50C4A6028}" type="presOf" srcId="{7C9934A3-E8D2-4944-BFA7-6906E2A14327}" destId="{AB07F815-B6BC-4FA6-AED6-5631CEE23A10}" srcOrd="0" destOrd="0" presId="urn:microsoft.com/office/officeart/2018/2/layout/IconVerticalSolidList"/>
    <dgm:cxn modelId="{010732C3-B735-4F57-8E39-860AC0573934}" srcId="{A244BAB4-3597-43B1-B9D4-9BAF5838AB67}" destId="{7C9934A3-E8D2-4944-BFA7-6906E2A14327}" srcOrd="1" destOrd="0" parTransId="{2C755FD5-0072-474F-91D3-B31D2718853E}" sibTransId="{F792D242-0178-43D0-BC66-E2BE105BA141}"/>
    <dgm:cxn modelId="{DE18CBD6-FD15-46B6-BD78-A52EE7335FDA}" type="presOf" srcId="{E81D10EB-B7AB-41BA-8886-14758CE4BB98}" destId="{0ADE7406-84EC-48A4-A805-0BF08D0A1837}" srcOrd="0" destOrd="0" presId="urn:microsoft.com/office/officeart/2018/2/layout/IconVerticalSolidList"/>
    <dgm:cxn modelId="{1B5523F1-0493-4A27-9480-DF4418381883}" srcId="{A244BAB4-3597-43B1-B9D4-9BAF5838AB67}" destId="{E81D10EB-B7AB-41BA-8886-14758CE4BB98}" srcOrd="0" destOrd="0" parTransId="{A4AD84C6-AF68-42D8-B62B-84E5D706CD9C}" sibTransId="{8C2C0D74-EF33-4902-AE9B-F599C4EC7061}"/>
    <dgm:cxn modelId="{173FE929-98DB-4EBD-AD6C-BAFAF02D78D1}" type="presParOf" srcId="{C0EFACBA-933B-4218-918B-AF7525F9DCB2}" destId="{FDBBCB0C-402B-406D-94A0-FF2DD20D7ADA}" srcOrd="0" destOrd="0" presId="urn:microsoft.com/office/officeart/2018/2/layout/IconVerticalSolidList"/>
    <dgm:cxn modelId="{5394494D-27B7-4DE1-ACC2-04CF4743D424}" type="presParOf" srcId="{FDBBCB0C-402B-406D-94A0-FF2DD20D7ADA}" destId="{9FD6705B-1E09-4C9E-9092-657569DB68B4}" srcOrd="0" destOrd="0" presId="urn:microsoft.com/office/officeart/2018/2/layout/IconVerticalSolidList"/>
    <dgm:cxn modelId="{F0A33667-4ADE-49A0-9FCF-66C1D6D3EB30}" type="presParOf" srcId="{FDBBCB0C-402B-406D-94A0-FF2DD20D7ADA}" destId="{DE8A69DE-08E3-4017-A8C9-DA3ADDA1375D}" srcOrd="1" destOrd="0" presId="urn:microsoft.com/office/officeart/2018/2/layout/IconVerticalSolidList"/>
    <dgm:cxn modelId="{D0E13BDC-12F9-4D9D-AF78-A5E261E1BB29}" type="presParOf" srcId="{FDBBCB0C-402B-406D-94A0-FF2DD20D7ADA}" destId="{5556E6B7-0082-4715-B793-78F74BAC45EC}" srcOrd="2" destOrd="0" presId="urn:microsoft.com/office/officeart/2018/2/layout/IconVerticalSolidList"/>
    <dgm:cxn modelId="{28664DB4-0EBD-4051-BC25-A189D56DA857}" type="presParOf" srcId="{FDBBCB0C-402B-406D-94A0-FF2DD20D7ADA}" destId="{0ADE7406-84EC-48A4-A805-0BF08D0A1837}" srcOrd="3" destOrd="0" presId="urn:microsoft.com/office/officeart/2018/2/layout/IconVerticalSolidList"/>
    <dgm:cxn modelId="{195A80E9-0D4C-4830-8EDC-211539FC2270}" type="presParOf" srcId="{C0EFACBA-933B-4218-918B-AF7525F9DCB2}" destId="{7F8324F4-2A11-4D53-A264-B006627C2C8A}" srcOrd="1" destOrd="0" presId="urn:microsoft.com/office/officeart/2018/2/layout/IconVerticalSolidList"/>
    <dgm:cxn modelId="{2351041C-E98A-43FD-94D0-A77F093EEAF2}" type="presParOf" srcId="{C0EFACBA-933B-4218-918B-AF7525F9DCB2}" destId="{487814EF-3747-454D-8165-72CA01900790}" srcOrd="2" destOrd="0" presId="urn:microsoft.com/office/officeart/2018/2/layout/IconVerticalSolidList"/>
    <dgm:cxn modelId="{97C273EA-1C08-4130-B49E-1E78F19831D8}" type="presParOf" srcId="{487814EF-3747-454D-8165-72CA01900790}" destId="{CDC0DFF3-8D49-4D31-9084-5724D8DE33C0}" srcOrd="0" destOrd="0" presId="urn:microsoft.com/office/officeart/2018/2/layout/IconVerticalSolidList"/>
    <dgm:cxn modelId="{BE55042C-09EA-42AE-A134-BF5E0D53BCC6}" type="presParOf" srcId="{487814EF-3747-454D-8165-72CA01900790}" destId="{C5301235-ACF0-4DF8-B350-9CBD52917747}" srcOrd="1" destOrd="0" presId="urn:microsoft.com/office/officeart/2018/2/layout/IconVerticalSolidList"/>
    <dgm:cxn modelId="{810E4D40-310D-4CD8-88C5-9AF69A63B02B}" type="presParOf" srcId="{487814EF-3747-454D-8165-72CA01900790}" destId="{F4565D0C-7A3B-4F7F-B279-4A33BEA9C13B}" srcOrd="2" destOrd="0" presId="urn:microsoft.com/office/officeart/2018/2/layout/IconVerticalSolidList"/>
    <dgm:cxn modelId="{990C075B-0520-4152-9967-206C1AFF31D3}" type="presParOf" srcId="{487814EF-3747-454D-8165-72CA01900790}" destId="{AB07F815-B6BC-4FA6-AED6-5631CEE23A10}" srcOrd="3" destOrd="0" presId="urn:microsoft.com/office/officeart/2018/2/layout/IconVerticalSolidList"/>
    <dgm:cxn modelId="{0B1DE55F-780A-4ED5-8783-AC5E2CC13DD5}" type="presParOf" srcId="{C0EFACBA-933B-4218-918B-AF7525F9DCB2}" destId="{12EB3A96-D0F0-4986-8437-D55EBD1DF935}" srcOrd="3" destOrd="0" presId="urn:microsoft.com/office/officeart/2018/2/layout/IconVerticalSolidList"/>
    <dgm:cxn modelId="{F89F5D66-00E6-4268-8594-60D17234361D}" type="presParOf" srcId="{C0EFACBA-933B-4218-918B-AF7525F9DCB2}" destId="{24F8095C-9285-4E63-8E2D-D0D5BF60A944}" srcOrd="4" destOrd="0" presId="urn:microsoft.com/office/officeart/2018/2/layout/IconVerticalSolidList"/>
    <dgm:cxn modelId="{6704B458-231E-4C2C-BE60-E122003132E4}" type="presParOf" srcId="{24F8095C-9285-4E63-8E2D-D0D5BF60A944}" destId="{B416F847-AE76-42B0-9F31-0FFF28354537}" srcOrd="0" destOrd="0" presId="urn:microsoft.com/office/officeart/2018/2/layout/IconVerticalSolidList"/>
    <dgm:cxn modelId="{3A824C4F-8A97-4EDD-97A9-234C45308E23}" type="presParOf" srcId="{24F8095C-9285-4E63-8E2D-D0D5BF60A944}" destId="{9D6A416C-279E-4BD7-AFEB-F470CD46BFB9}" srcOrd="1" destOrd="0" presId="urn:microsoft.com/office/officeart/2018/2/layout/IconVerticalSolidList"/>
    <dgm:cxn modelId="{3F73FE74-982D-49B2-87EF-15171ED1709F}" type="presParOf" srcId="{24F8095C-9285-4E63-8E2D-D0D5BF60A944}" destId="{EFC26A0B-567C-47BC-8E2A-3DFEE35F34D8}" srcOrd="2" destOrd="0" presId="urn:microsoft.com/office/officeart/2018/2/layout/IconVerticalSolidList"/>
    <dgm:cxn modelId="{88F79794-9EDE-4A34-A452-37CC7D03E481}" type="presParOf" srcId="{24F8095C-9285-4E63-8E2D-D0D5BF60A944}" destId="{5613A3AE-EDD6-4B63-9F5C-8C7E439881B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D99780C-4CFF-4DC3-A01D-98727625197D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BC1823C-6A41-47AB-9FF3-EB9C116B53B3}">
      <dgm:prSet/>
      <dgm:spPr/>
      <dgm:t>
        <a:bodyPr/>
        <a:lstStyle/>
        <a:p>
          <a:r>
            <a:rPr lang="en-US"/>
            <a:t>1.  How to proceed a large-scale project with a number of</a:t>
          </a:r>
          <a:r>
            <a:rPr lang="en-GB"/>
            <a:t> people.</a:t>
          </a:r>
          <a:endParaRPr lang="en-US"/>
        </a:p>
      </dgm:t>
    </dgm:pt>
    <dgm:pt modelId="{C9B8823B-6ED2-4C6D-9469-1E707E8BF25C}" type="parTrans" cxnId="{5F0C74B8-FB0B-4743-850A-D07695571AC5}">
      <dgm:prSet/>
      <dgm:spPr/>
      <dgm:t>
        <a:bodyPr/>
        <a:lstStyle/>
        <a:p>
          <a:endParaRPr lang="en-US"/>
        </a:p>
      </dgm:t>
    </dgm:pt>
    <dgm:pt modelId="{A7B89CC5-174E-400E-9B64-9D6361EB884B}" type="sibTrans" cxnId="{5F0C74B8-FB0B-4743-850A-D07695571AC5}">
      <dgm:prSet/>
      <dgm:spPr/>
      <dgm:t>
        <a:bodyPr/>
        <a:lstStyle/>
        <a:p>
          <a:endParaRPr lang="en-US"/>
        </a:p>
      </dgm:t>
    </dgm:pt>
    <dgm:pt modelId="{9C39FA50-907E-4C4A-BE1C-93CF9B22531D}">
      <dgm:prSet/>
      <dgm:spPr/>
      <dgm:t>
        <a:bodyPr/>
        <a:lstStyle/>
        <a:p>
          <a:r>
            <a:rPr lang="en-GB"/>
            <a:t>2.  How to use several software tools for the certain purposes. (Github,  Figma, Docker etc.)</a:t>
          </a:r>
          <a:endParaRPr lang="en-US"/>
        </a:p>
      </dgm:t>
    </dgm:pt>
    <dgm:pt modelId="{216653F4-2D98-481D-85E4-CC3FA176A40E}" type="parTrans" cxnId="{11EFC0DA-0DD1-4142-8F07-10F134A2A702}">
      <dgm:prSet/>
      <dgm:spPr/>
      <dgm:t>
        <a:bodyPr/>
        <a:lstStyle/>
        <a:p>
          <a:endParaRPr lang="en-US"/>
        </a:p>
      </dgm:t>
    </dgm:pt>
    <dgm:pt modelId="{374A8BF9-F284-4500-BE52-47183F0D220E}" type="sibTrans" cxnId="{11EFC0DA-0DD1-4142-8F07-10F134A2A702}">
      <dgm:prSet/>
      <dgm:spPr/>
      <dgm:t>
        <a:bodyPr/>
        <a:lstStyle/>
        <a:p>
          <a:endParaRPr lang="en-US"/>
        </a:p>
      </dgm:t>
    </dgm:pt>
    <dgm:pt modelId="{C7392517-E6BF-45E5-8CBE-C07072CE92EF}">
      <dgm:prSet/>
      <dgm:spPr/>
      <dgm:t>
        <a:bodyPr/>
        <a:lstStyle/>
        <a:p>
          <a:r>
            <a:rPr lang="en-GB"/>
            <a:t>3.  How can we communicate with (unhelpful) client as if an actual working – environment.</a:t>
          </a:r>
          <a:endParaRPr lang="en-US"/>
        </a:p>
      </dgm:t>
    </dgm:pt>
    <dgm:pt modelId="{CCFE1208-AEA3-4F17-B7D3-A7FFB0BE1B7E}" type="parTrans" cxnId="{F7B5AE92-1026-49A0-815C-F2282B74C020}">
      <dgm:prSet/>
      <dgm:spPr/>
      <dgm:t>
        <a:bodyPr/>
        <a:lstStyle/>
        <a:p>
          <a:endParaRPr lang="en-US"/>
        </a:p>
      </dgm:t>
    </dgm:pt>
    <dgm:pt modelId="{DBFACEB2-C5F8-4E9E-968A-022552C7F193}" type="sibTrans" cxnId="{F7B5AE92-1026-49A0-815C-F2282B74C020}">
      <dgm:prSet/>
      <dgm:spPr/>
      <dgm:t>
        <a:bodyPr/>
        <a:lstStyle/>
        <a:p>
          <a:endParaRPr lang="en-US"/>
        </a:p>
      </dgm:t>
    </dgm:pt>
    <dgm:pt modelId="{1FCAA85A-32BA-4B81-A2C9-B4CC4BF739BE}">
      <dgm:prSet/>
      <dgm:spPr/>
      <dgm:t>
        <a:bodyPr/>
        <a:lstStyle/>
        <a:p>
          <a:r>
            <a:rPr lang="en-US"/>
            <a:t>4. CI/CD</a:t>
          </a:r>
        </a:p>
      </dgm:t>
    </dgm:pt>
    <dgm:pt modelId="{780CA099-EE2E-4804-ADFF-AB54A610095E}" type="parTrans" cxnId="{A9859170-A2D6-4D68-AD9B-2683676200DF}">
      <dgm:prSet/>
      <dgm:spPr/>
      <dgm:t>
        <a:bodyPr/>
        <a:lstStyle/>
        <a:p>
          <a:endParaRPr lang="en-US"/>
        </a:p>
      </dgm:t>
    </dgm:pt>
    <dgm:pt modelId="{B8DF44B8-F0D5-4A59-805F-44C50B899569}" type="sibTrans" cxnId="{A9859170-A2D6-4D68-AD9B-2683676200DF}">
      <dgm:prSet/>
      <dgm:spPr/>
      <dgm:t>
        <a:bodyPr/>
        <a:lstStyle/>
        <a:p>
          <a:endParaRPr lang="en-US"/>
        </a:p>
      </dgm:t>
    </dgm:pt>
    <dgm:pt modelId="{8EDDF909-B4F6-4B8E-849B-E083BE871AF9}">
      <dgm:prSet/>
      <dgm:spPr/>
      <dgm:t>
        <a:bodyPr/>
        <a:lstStyle/>
        <a:p>
          <a:r>
            <a:rPr lang="en-US"/>
            <a:t>How to build a backend server / how to build a web app</a:t>
          </a:r>
        </a:p>
      </dgm:t>
    </dgm:pt>
    <dgm:pt modelId="{DEE310A4-5104-4292-B0A5-C40DE2E3C192}" type="parTrans" cxnId="{80FC4D83-50C4-4DA2-B6A9-37DA50D2A091}">
      <dgm:prSet/>
      <dgm:spPr/>
      <dgm:t>
        <a:bodyPr/>
        <a:lstStyle/>
        <a:p>
          <a:endParaRPr lang="en-US"/>
        </a:p>
      </dgm:t>
    </dgm:pt>
    <dgm:pt modelId="{8C689332-5F03-4763-8DAA-AF61C54A4DCA}" type="sibTrans" cxnId="{80FC4D83-50C4-4DA2-B6A9-37DA50D2A091}">
      <dgm:prSet/>
      <dgm:spPr/>
      <dgm:t>
        <a:bodyPr/>
        <a:lstStyle/>
        <a:p>
          <a:endParaRPr lang="en-US"/>
        </a:p>
      </dgm:t>
    </dgm:pt>
    <dgm:pt modelId="{E7CEE18F-ABC1-4D4F-998C-FD1C6CE6AFD7}">
      <dgm:prSet/>
      <dgm:spPr/>
      <dgm:t>
        <a:bodyPr/>
        <a:lstStyle/>
        <a:p>
          <a:r>
            <a:rPr lang="en-US"/>
            <a:t>Machine learning - NNs</a:t>
          </a:r>
        </a:p>
      </dgm:t>
    </dgm:pt>
    <dgm:pt modelId="{4BDA43AB-77B8-40A4-8A16-2228752BE73D}" type="parTrans" cxnId="{894CD694-5BDB-400E-9D32-C61E2CF78E26}">
      <dgm:prSet/>
      <dgm:spPr/>
      <dgm:t>
        <a:bodyPr/>
        <a:lstStyle/>
        <a:p>
          <a:endParaRPr lang="en-US"/>
        </a:p>
      </dgm:t>
    </dgm:pt>
    <dgm:pt modelId="{B1953C81-C3EB-4F88-9BC7-D8485458B52F}" type="sibTrans" cxnId="{894CD694-5BDB-400E-9D32-C61E2CF78E26}">
      <dgm:prSet/>
      <dgm:spPr/>
      <dgm:t>
        <a:bodyPr/>
        <a:lstStyle/>
        <a:p>
          <a:endParaRPr lang="en-US"/>
        </a:p>
      </dgm:t>
    </dgm:pt>
    <dgm:pt modelId="{E2898FC7-7546-4F1C-98AB-B8EF5BAD89C5}" type="pres">
      <dgm:prSet presAssocID="{9D99780C-4CFF-4DC3-A01D-98727625197D}" presName="root" presStyleCnt="0">
        <dgm:presLayoutVars>
          <dgm:dir/>
          <dgm:resizeHandles val="exact"/>
        </dgm:presLayoutVars>
      </dgm:prSet>
      <dgm:spPr/>
    </dgm:pt>
    <dgm:pt modelId="{6288DF13-E240-4940-BFE0-09224E696A11}" type="pres">
      <dgm:prSet presAssocID="{9D99780C-4CFF-4DC3-A01D-98727625197D}" presName="container" presStyleCnt="0">
        <dgm:presLayoutVars>
          <dgm:dir/>
          <dgm:resizeHandles val="exact"/>
        </dgm:presLayoutVars>
      </dgm:prSet>
      <dgm:spPr/>
    </dgm:pt>
    <dgm:pt modelId="{00F7E4D0-B354-4011-9A61-5B7FD8337897}" type="pres">
      <dgm:prSet presAssocID="{EBC1823C-6A41-47AB-9FF3-EB9C116B53B3}" presName="compNode" presStyleCnt="0"/>
      <dgm:spPr/>
    </dgm:pt>
    <dgm:pt modelId="{23E6783B-665F-46B9-8673-A4A9AA7A5E0F}" type="pres">
      <dgm:prSet presAssocID="{EBC1823C-6A41-47AB-9FF3-EB9C116B53B3}" presName="iconBgRect" presStyleLbl="bgShp" presStyleIdx="0" presStyleCnt="6"/>
      <dgm:spPr/>
    </dgm:pt>
    <dgm:pt modelId="{77AE9B2A-6CE1-4332-8A33-F4FA9BE7A48E}" type="pres">
      <dgm:prSet presAssocID="{EBC1823C-6A41-47AB-9FF3-EB9C116B53B3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201E4DF9-25F0-4132-955D-28E25AB55CFE}" type="pres">
      <dgm:prSet presAssocID="{EBC1823C-6A41-47AB-9FF3-EB9C116B53B3}" presName="spaceRect" presStyleCnt="0"/>
      <dgm:spPr/>
    </dgm:pt>
    <dgm:pt modelId="{1268C44F-7923-40E6-A153-B1977E24F21B}" type="pres">
      <dgm:prSet presAssocID="{EBC1823C-6A41-47AB-9FF3-EB9C116B53B3}" presName="textRect" presStyleLbl="revTx" presStyleIdx="0" presStyleCnt="6">
        <dgm:presLayoutVars>
          <dgm:chMax val="1"/>
          <dgm:chPref val="1"/>
        </dgm:presLayoutVars>
      </dgm:prSet>
      <dgm:spPr/>
    </dgm:pt>
    <dgm:pt modelId="{FADEF078-D3FE-4AEC-9184-72F54D792441}" type="pres">
      <dgm:prSet presAssocID="{A7B89CC5-174E-400E-9B64-9D6361EB884B}" presName="sibTrans" presStyleLbl="sibTrans2D1" presStyleIdx="0" presStyleCnt="0"/>
      <dgm:spPr/>
    </dgm:pt>
    <dgm:pt modelId="{2682B3D3-5D1B-4B3A-AD34-9626B245CE28}" type="pres">
      <dgm:prSet presAssocID="{9C39FA50-907E-4C4A-BE1C-93CF9B22531D}" presName="compNode" presStyleCnt="0"/>
      <dgm:spPr/>
    </dgm:pt>
    <dgm:pt modelId="{6FA392DD-360A-453A-A175-D06131BCBA35}" type="pres">
      <dgm:prSet presAssocID="{9C39FA50-907E-4C4A-BE1C-93CF9B22531D}" presName="iconBgRect" presStyleLbl="bgShp" presStyleIdx="1" presStyleCnt="6"/>
      <dgm:spPr/>
    </dgm:pt>
    <dgm:pt modelId="{E3FE213C-0A4E-4BD7-9444-AF0C0F098A55}" type="pres">
      <dgm:prSet presAssocID="{9C39FA50-907E-4C4A-BE1C-93CF9B22531D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inbow"/>
        </a:ext>
      </dgm:extLst>
    </dgm:pt>
    <dgm:pt modelId="{EE4464D4-8C9F-45A1-B8C5-D4EAFA74F6CA}" type="pres">
      <dgm:prSet presAssocID="{9C39FA50-907E-4C4A-BE1C-93CF9B22531D}" presName="spaceRect" presStyleCnt="0"/>
      <dgm:spPr/>
    </dgm:pt>
    <dgm:pt modelId="{8F20D4B6-8133-4B23-B591-405DE86211FF}" type="pres">
      <dgm:prSet presAssocID="{9C39FA50-907E-4C4A-BE1C-93CF9B22531D}" presName="textRect" presStyleLbl="revTx" presStyleIdx="1" presStyleCnt="6">
        <dgm:presLayoutVars>
          <dgm:chMax val="1"/>
          <dgm:chPref val="1"/>
        </dgm:presLayoutVars>
      </dgm:prSet>
      <dgm:spPr/>
    </dgm:pt>
    <dgm:pt modelId="{C0C049BC-F70F-4592-8097-CF634272D48F}" type="pres">
      <dgm:prSet presAssocID="{374A8BF9-F284-4500-BE52-47183F0D220E}" presName="sibTrans" presStyleLbl="sibTrans2D1" presStyleIdx="0" presStyleCnt="0"/>
      <dgm:spPr/>
    </dgm:pt>
    <dgm:pt modelId="{2A5E695E-A1A4-426C-9853-E45FE9F5B62B}" type="pres">
      <dgm:prSet presAssocID="{C7392517-E6BF-45E5-8CBE-C07072CE92EF}" presName="compNode" presStyleCnt="0"/>
      <dgm:spPr/>
    </dgm:pt>
    <dgm:pt modelId="{FFCC5E65-0A17-46E8-BF1C-35DC943DA5D3}" type="pres">
      <dgm:prSet presAssocID="{C7392517-E6BF-45E5-8CBE-C07072CE92EF}" presName="iconBgRect" presStyleLbl="bgShp" presStyleIdx="2" presStyleCnt="6"/>
      <dgm:spPr/>
    </dgm:pt>
    <dgm:pt modelId="{E95DB118-4546-48AB-AEFE-D8E4B7F8E5BF}" type="pres">
      <dgm:prSet presAssocID="{C7392517-E6BF-45E5-8CBE-C07072CE92EF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ard Room"/>
        </a:ext>
      </dgm:extLst>
    </dgm:pt>
    <dgm:pt modelId="{4BAE8AAF-7C32-4041-AB57-4BDB95108857}" type="pres">
      <dgm:prSet presAssocID="{C7392517-E6BF-45E5-8CBE-C07072CE92EF}" presName="spaceRect" presStyleCnt="0"/>
      <dgm:spPr/>
    </dgm:pt>
    <dgm:pt modelId="{9432D4AD-6198-4C56-B2A0-50843EF92066}" type="pres">
      <dgm:prSet presAssocID="{C7392517-E6BF-45E5-8CBE-C07072CE92EF}" presName="textRect" presStyleLbl="revTx" presStyleIdx="2" presStyleCnt="6">
        <dgm:presLayoutVars>
          <dgm:chMax val="1"/>
          <dgm:chPref val="1"/>
        </dgm:presLayoutVars>
      </dgm:prSet>
      <dgm:spPr/>
    </dgm:pt>
    <dgm:pt modelId="{51CF6782-18F6-4C95-87DA-87B9BB3DDC3C}" type="pres">
      <dgm:prSet presAssocID="{DBFACEB2-C5F8-4E9E-968A-022552C7F193}" presName="sibTrans" presStyleLbl="sibTrans2D1" presStyleIdx="0" presStyleCnt="0"/>
      <dgm:spPr/>
    </dgm:pt>
    <dgm:pt modelId="{E5C9E088-DD91-40A5-957C-5460CB5743F7}" type="pres">
      <dgm:prSet presAssocID="{1FCAA85A-32BA-4B81-A2C9-B4CC4BF739BE}" presName="compNode" presStyleCnt="0"/>
      <dgm:spPr/>
    </dgm:pt>
    <dgm:pt modelId="{60FF697D-02F1-472C-8CE9-235F3D6FF854}" type="pres">
      <dgm:prSet presAssocID="{1FCAA85A-32BA-4B81-A2C9-B4CC4BF739BE}" presName="iconBgRect" presStyleLbl="bgShp" presStyleIdx="3" presStyleCnt="6"/>
      <dgm:spPr/>
    </dgm:pt>
    <dgm:pt modelId="{01907E1D-43F4-4A28-AEC9-0C547DE5914A}" type="pres">
      <dgm:prSet presAssocID="{1FCAA85A-32BA-4B81-A2C9-B4CC4BF739BE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4CC3FCCF-F83B-4F82-8881-E838FAADF805}" type="pres">
      <dgm:prSet presAssocID="{1FCAA85A-32BA-4B81-A2C9-B4CC4BF739BE}" presName="spaceRect" presStyleCnt="0"/>
      <dgm:spPr/>
    </dgm:pt>
    <dgm:pt modelId="{EEB79C30-FC46-4520-8772-63784F969D12}" type="pres">
      <dgm:prSet presAssocID="{1FCAA85A-32BA-4B81-A2C9-B4CC4BF739BE}" presName="textRect" presStyleLbl="revTx" presStyleIdx="3" presStyleCnt="6">
        <dgm:presLayoutVars>
          <dgm:chMax val="1"/>
          <dgm:chPref val="1"/>
        </dgm:presLayoutVars>
      </dgm:prSet>
      <dgm:spPr/>
    </dgm:pt>
    <dgm:pt modelId="{57ED52D0-13D2-419A-9CD4-CA1A771CE404}" type="pres">
      <dgm:prSet presAssocID="{B8DF44B8-F0D5-4A59-805F-44C50B899569}" presName="sibTrans" presStyleLbl="sibTrans2D1" presStyleIdx="0" presStyleCnt="0"/>
      <dgm:spPr/>
    </dgm:pt>
    <dgm:pt modelId="{76658F55-6373-44C5-8E2B-6A99B22B9FBB}" type="pres">
      <dgm:prSet presAssocID="{8EDDF909-B4F6-4B8E-849B-E083BE871AF9}" presName="compNode" presStyleCnt="0"/>
      <dgm:spPr/>
    </dgm:pt>
    <dgm:pt modelId="{AB49ABD9-63B6-471B-8B1D-F580CE8307B8}" type="pres">
      <dgm:prSet presAssocID="{8EDDF909-B4F6-4B8E-849B-E083BE871AF9}" presName="iconBgRect" presStyleLbl="bgShp" presStyleIdx="4" presStyleCnt="6"/>
      <dgm:spPr/>
    </dgm:pt>
    <dgm:pt modelId="{BE3A1992-5DEB-4A30-92A5-7F7113865BD2}" type="pres">
      <dgm:prSet presAssocID="{8EDDF909-B4F6-4B8E-849B-E083BE871AF9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7BADD33-988A-497F-A7DA-DDE5B8C1BC1B}" type="pres">
      <dgm:prSet presAssocID="{8EDDF909-B4F6-4B8E-849B-E083BE871AF9}" presName="spaceRect" presStyleCnt="0"/>
      <dgm:spPr/>
    </dgm:pt>
    <dgm:pt modelId="{E8C83931-94EB-42E0-A5A9-FC32A4C5484A}" type="pres">
      <dgm:prSet presAssocID="{8EDDF909-B4F6-4B8E-849B-E083BE871AF9}" presName="textRect" presStyleLbl="revTx" presStyleIdx="4" presStyleCnt="6">
        <dgm:presLayoutVars>
          <dgm:chMax val="1"/>
          <dgm:chPref val="1"/>
        </dgm:presLayoutVars>
      </dgm:prSet>
      <dgm:spPr/>
    </dgm:pt>
    <dgm:pt modelId="{BE4F0930-13E9-4D21-821E-C0BD54924E17}" type="pres">
      <dgm:prSet presAssocID="{8C689332-5F03-4763-8DAA-AF61C54A4DCA}" presName="sibTrans" presStyleLbl="sibTrans2D1" presStyleIdx="0" presStyleCnt="0"/>
      <dgm:spPr/>
    </dgm:pt>
    <dgm:pt modelId="{26876271-39EC-4609-A2A0-FE3E64374F49}" type="pres">
      <dgm:prSet presAssocID="{E7CEE18F-ABC1-4D4F-998C-FD1C6CE6AFD7}" presName="compNode" presStyleCnt="0"/>
      <dgm:spPr/>
    </dgm:pt>
    <dgm:pt modelId="{DA6F1346-6C73-4216-A360-6E632B2362AF}" type="pres">
      <dgm:prSet presAssocID="{E7CEE18F-ABC1-4D4F-998C-FD1C6CE6AFD7}" presName="iconBgRect" presStyleLbl="bgShp" presStyleIdx="5" presStyleCnt="6"/>
      <dgm:spPr/>
    </dgm:pt>
    <dgm:pt modelId="{3EE147CF-E027-4B83-85EF-448D04589D84}" type="pres">
      <dgm:prSet presAssocID="{E7CEE18F-ABC1-4D4F-998C-FD1C6CE6AFD7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44A80F22-FD55-4978-8F8A-53E7058C890A}" type="pres">
      <dgm:prSet presAssocID="{E7CEE18F-ABC1-4D4F-998C-FD1C6CE6AFD7}" presName="spaceRect" presStyleCnt="0"/>
      <dgm:spPr/>
    </dgm:pt>
    <dgm:pt modelId="{906B9E20-7351-4843-B315-DA54142272BF}" type="pres">
      <dgm:prSet presAssocID="{E7CEE18F-ABC1-4D4F-998C-FD1C6CE6AFD7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6139AE0B-CDDE-4174-AF17-C2D5A0C66988}" type="presOf" srcId="{E7CEE18F-ABC1-4D4F-998C-FD1C6CE6AFD7}" destId="{906B9E20-7351-4843-B315-DA54142272BF}" srcOrd="0" destOrd="0" presId="urn:microsoft.com/office/officeart/2018/2/layout/IconCircleList"/>
    <dgm:cxn modelId="{0B9D5A4A-7AF8-4A23-BFD4-E7887FB9BC5D}" type="presOf" srcId="{DBFACEB2-C5F8-4E9E-968A-022552C7F193}" destId="{51CF6782-18F6-4C95-87DA-87B9BB3DDC3C}" srcOrd="0" destOrd="0" presId="urn:microsoft.com/office/officeart/2018/2/layout/IconCircleList"/>
    <dgm:cxn modelId="{A9859170-A2D6-4D68-AD9B-2683676200DF}" srcId="{9D99780C-4CFF-4DC3-A01D-98727625197D}" destId="{1FCAA85A-32BA-4B81-A2C9-B4CC4BF739BE}" srcOrd="3" destOrd="0" parTransId="{780CA099-EE2E-4804-ADFF-AB54A610095E}" sibTransId="{B8DF44B8-F0D5-4A59-805F-44C50B899569}"/>
    <dgm:cxn modelId="{88D5C371-532F-4159-8DEC-D32A255CE605}" type="presOf" srcId="{B8DF44B8-F0D5-4A59-805F-44C50B899569}" destId="{57ED52D0-13D2-419A-9CD4-CA1A771CE404}" srcOrd="0" destOrd="0" presId="urn:microsoft.com/office/officeart/2018/2/layout/IconCircleList"/>
    <dgm:cxn modelId="{80FC4D83-50C4-4DA2-B6A9-37DA50D2A091}" srcId="{9D99780C-4CFF-4DC3-A01D-98727625197D}" destId="{8EDDF909-B4F6-4B8E-849B-E083BE871AF9}" srcOrd="4" destOrd="0" parTransId="{DEE310A4-5104-4292-B0A5-C40DE2E3C192}" sibTransId="{8C689332-5F03-4763-8DAA-AF61C54A4DCA}"/>
    <dgm:cxn modelId="{3B15F78A-734D-4A00-99B6-7E8EF636F727}" type="presOf" srcId="{374A8BF9-F284-4500-BE52-47183F0D220E}" destId="{C0C049BC-F70F-4592-8097-CF634272D48F}" srcOrd="0" destOrd="0" presId="urn:microsoft.com/office/officeart/2018/2/layout/IconCircleList"/>
    <dgm:cxn modelId="{22F65F8B-901B-4DB1-9929-6846B059D866}" type="presOf" srcId="{A7B89CC5-174E-400E-9B64-9D6361EB884B}" destId="{FADEF078-D3FE-4AEC-9184-72F54D792441}" srcOrd="0" destOrd="0" presId="urn:microsoft.com/office/officeart/2018/2/layout/IconCircleList"/>
    <dgm:cxn modelId="{F7B5AE92-1026-49A0-815C-F2282B74C020}" srcId="{9D99780C-4CFF-4DC3-A01D-98727625197D}" destId="{C7392517-E6BF-45E5-8CBE-C07072CE92EF}" srcOrd="2" destOrd="0" parTransId="{CCFE1208-AEA3-4F17-B7D3-A7FFB0BE1B7E}" sibTransId="{DBFACEB2-C5F8-4E9E-968A-022552C7F193}"/>
    <dgm:cxn modelId="{894CD694-5BDB-400E-9D32-C61E2CF78E26}" srcId="{9D99780C-4CFF-4DC3-A01D-98727625197D}" destId="{E7CEE18F-ABC1-4D4F-998C-FD1C6CE6AFD7}" srcOrd="5" destOrd="0" parTransId="{4BDA43AB-77B8-40A4-8A16-2228752BE73D}" sibTransId="{B1953C81-C3EB-4F88-9BC7-D8485458B52F}"/>
    <dgm:cxn modelId="{237B9695-57E1-4C1D-8483-5FEFDD6A3C68}" type="presOf" srcId="{9D99780C-4CFF-4DC3-A01D-98727625197D}" destId="{E2898FC7-7546-4F1C-98AB-B8EF5BAD89C5}" srcOrd="0" destOrd="0" presId="urn:microsoft.com/office/officeart/2018/2/layout/IconCircleList"/>
    <dgm:cxn modelId="{655D4EA9-FC86-4EF5-A868-89856262B609}" type="presOf" srcId="{8EDDF909-B4F6-4B8E-849B-E083BE871AF9}" destId="{E8C83931-94EB-42E0-A5A9-FC32A4C5484A}" srcOrd="0" destOrd="0" presId="urn:microsoft.com/office/officeart/2018/2/layout/IconCircleList"/>
    <dgm:cxn modelId="{5F0C74B8-FB0B-4743-850A-D07695571AC5}" srcId="{9D99780C-4CFF-4DC3-A01D-98727625197D}" destId="{EBC1823C-6A41-47AB-9FF3-EB9C116B53B3}" srcOrd="0" destOrd="0" parTransId="{C9B8823B-6ED2-4C6D-9469-1E707E8BF25C}" sibTransId="{A7B89CC5-174E-400E-9B64-9D6361EB884B}"/>
    <dgm:cxn modelId="{180492CA-DFA9-44AD-8D85-A19CB6653225}" type="presOf" srcId="{1FCAA85A-32BA-4B81-A2C9-B4CC4BF739BE}" destId="{EEB79C30-FC46-4520-8772-63784F969D12}" srcOrd="0" destOrd="0" presId="urn:microsoft.com/office/officeart/2018/2/layout/IconCircleList"/>
    <dgm:cxn modelId="{ABDDB4D1-0E49-463F-B395-CED38F8AFF05}" type="presOf" srcId="{C7392517-E6BF-45E5-8CBE-C07072CE92EF}" destId="{9432D4AD-6198-4C56-B2A0-50843EF92066}" srcOrd="0" destOrd="0" presId="urn:microsoft.com/office/officeart/2018/2/layout/IconCircleList"/>
    <dgm:cxn modelId="{534FB7D3-C07A-4712-8303-B8457251D127}" type="presOf" srcId="{EBC1823C-6A41-47AB-9FF3-EB9C116B53B3}" destId="{1268C44F-7923-40E6-A153-B1977E24F21B}" srcOrd="0" destOrd="0" presId="urn:microsoft.com/office/officeart/2018/2/layout/IconCircleList"/>
    <dgm:cxn modelId="{A967BDD4-7734-4FAF-ABE5-39CD8A890EF8}" type="presOf" srcId="{9C39FA50-907E-4C4A-BE1C-93CF9B22531D}" destId="{8F20D4B6-8133-4B23-B591-405DE86211FF}" srcOrd="0" destOrd="0" presId="urn:microsoft.com/office/officeart/2018/2/layout/IconCircleList"/>
    <dgm:cxn modelId="{11EFC0DA-0DD1-4142-8F07-10F134A2A702}" srcId="{9D99780C-4CFF-4DC3-A01D-98727625197D}" destId="{9C39FA50-907E-4C4A-BE1C-93CF9B22531D}" srcOrd="1" destOrd="0" parTransId="{216653F4-2D98-481D-85E4-CC3FA176A40E}" sibTransId="{374A8BF9-F284-4500-BE52-47183F0D220E}"/>
    <dgm:cxn modelId="{42873BF0-06AC-4935-A67B-63D9AEF9FAB2}" type="presOf" srcId="{8C689332-5F03-4763-8DAA-AF61C54A4DCA}" destId="{BE4F0930-13E9-4D21-821E-C0BD54924E17}" srcOrd="0" destOrd="0" presId="urn:microsoft.com/office/officeart/2018/2/layout/IconCircleList"/>
    <dgm:cxn modelId="{364D358B-108A-4621-8BAC-F5BC7A5B6A08}" type="presParOf" srcId="{E2898FC7-7546-4F1C-98AB-B8EF5BAD89C5}" destId="{6288DF13-E240-4940-BFE0-09224E696A11}" srcOrd="0" destOrd="0" presId="urn:microsoft.com/office/officeart/2018/2/layout/IconCircleList"/>
    <dgm:cxn modelId="{DB5E906E-FA69-492B-97BA-F190126E4874}" type="presParOf" srcId="{6288DF13-E240-4940-BFE0-09224E696A11}" destId="{00F7E4D0-B354-4011-9A61-5B7FD8337897}" srcOrd="0" destOrd="0" presId="urn:microsoft.com/office/officeart/2018/2/layout/IconCircleList"/>
    <dgm:cxn modelId="{9EA05C70-EB39-4858-8F95-FFB91B1FBFC2}" type="presParOf" srcId="{00F7E4D0-B354-4011-9A61-5B7FD8337897}" destId="{23E6783B-665F-46B9-8673-A4A9AA7A5E0F}" srcOrd="0" destOrd="0" presId="urn:microsoft.com/office/officeart/2018/2/layout/IconCircleList"/>
    <dgm:cxn modelId="{B964F6FB-3D84-4852-8872-D394449DC849}" type="presParOf" srcId="{00F7E4D0-B354-4011-9A61-5B7FD8337897}" destId="{77AE9B2A-6CE1-4332-8A33-F4FA9BE7A48E}" srcOrd="1" destOrd="0" presId="urn:microsoft.com/office/officeart/2018/2/layout/IconCircleList"/>
    <dgm:cxn modelId="{40C8ADA1-55DA-44FF-ACD8-3716AAF4A17C}" type="presParOf" srcId="{00F7E4D0-B354-4011-9A61-5B7FD8337897}" destId="{201E4DF9-25F0-4132-955D-28E25AB55CFE}" srcOrd="2" destOrd="0" presId="urn:microsoft.com/office/officeart/2018/2/layout/IconCircleList"/>
    <dgm:cxn modelId="{469A19DA-6976-46B1-A532-B94D25875DFF}" type="presParOf" srcId="{00F7E4D0-B354-4011-9A61-5B7FD8337897}" destId="{1268C44F-7923-40E6-A153-B1977E24F21B}" srcOrd="3" destOrd="0" presId="urn:microsoft.com/office/officeart/2018/2/layout/IconCircleList"/>
    <dgm:cxn modelId="{94D2A477-6DDD-430C-9202-38E2906512C5}" type="presParOf" srcId="{6288DF13-E240-4940-BFE0-09224E696A11}" destId="{FADEF078-D3FE-4AEC-9184-72F54D792441}" srcOrd="1" destOrd="0" presId="urn:microsoft.com/office/officeart/2018/2/layout/IconCircleList"/>
    <dgm:cxn modelId="{A816B02D-8E3A-46FB-AAEF-325A3A077C2E}" type="presParOf" srcId="{6288DF13-E240-4940-BFE0-09224E696A11}" destId="{2682B3D3-5D1B-4B3A-AD34-9626B245CE28}" srcOrd="2" destOrd="0" presId="urn:microsoft.com/office/officeart/2018/2/layout/IconCircleList"/>
    <dgm:cxn modelId="{4263BFFF-AC79-40C6-BBF6-E1E09805F1D5}" type="presParOf" srcId="{2682B3D3-5D1B-4B3A-AD34-9626B245CE28}" destId="{6FA392DD-360A-453A-A175-D06131BCBA35}" srcOrd="0" destOrd="0" presId="urn:microsoft.com/office/officeart/2018/2/layout/IconCircleList"/>
    <dgm:cxn modelId="{85811FC5-D391-4B41-B707-18CAD9A1C4D9}" type="presParOf" srcId="{2682B3D3-5D1B-4B3A-AD34-9626B245CE28}" destId="{E3FE213C-0A4E-4BD7-9444-AF0C0F098A55}" srcOrd="1" destOrd="0" presId="urn:microsoft.com/office/officeart/2018/2/layout/IconCircleList"/>
    <dgm:cxn modelId="{2535BA24-03EA-4941-9F56-1AEC98BEF18E}" type="presParOf" srcId="{2682B3D3-5D1B-4B3A-AD34-9626B245CE28}" destId="{EE4464D4-8C9F-45A1-B8C5-D4EAFA74F6CA}" srcOrd="2" destOrd="0" presId="urn:microsoft.com/office/officeart/2018/2/layout/IconCircleList"/>
    <dgm:cxn modelId="{7782D416-C3F4-47A7-969D-30127D226630}" type="presParOf" srcId="{2682B3D3-5D1B-4B3A-AD34-9626B245CE28}" destId="{8F20D4B6-8133-4B23-B591-405DE86211FF}" srcOrd="3" destOrd="0" presId="urn:microsoft.com/office/officeart/2018/2/layout/IconCircleList"/>
    <dgm:cxn modelId="{526D812E-8D7F-4119-970B-A4F3EA238733}" type="presParOf" srcId="{6288DF13-E240-4940-BFE0-09224E696A11}" destId="{C0C049BC-F70F-4592-8097-CF634272D48F}" srcOrd="3" destOrd="0" presId="urn:microsoft.com/office/officeart/2018/2/layout/IconCircleList"/>
    <dgm:cxn modelId="{6A13E0AA-A812-43D5-9D85-B343297A99D3}" type="presParOf" srcId="{6288DF13-E240-4940-BFE0-09224E696A11}" destId="{2A5E695E-A1A4-426C-9853-E45FE9F5B62B}" srcOrd="4" destOrd="0" presId="urn:microsoft.com/office/officeart/2018/2/layout/IconCircleList"/>
    <dgm:cxn modelId="{E19510BF-A516-4FF6-BCD4-F121DC5F95A1}" type="presParOf" srcId="{2A5E695E-A1A4-426C-9853-E45FE9F5B62B}" destId="{FFCC5E65-0A17-46E8-BF1C-35DC943DA5D3}" srcOrd="0" destOrd="0" presId="urn:microsoft.com/office/officeart/2018/2/layout/IconCircleList"/>
    <dgm:cxn modelId="{D7EA4315-B274-4ACC-85D7-B24BC8F1BBBE}" type="presParOf" srcId="{2A5E695E-A1A4-426C-9853-E45FE9F5B62B}" destId="{E95DB118-4546-48AB-AEFE-D8E4B7F8E5BF}" srcOrd="1" destOrd="0" presId="urn:microsoft.com/office/officeart/2018/2/layout/IconCircleList"/>
    <dgm:cxn modelId="{6F7C5A17-B483-4692-BCAF-7E4D9E04782E}" type="presParOf" srcId="{2A5E695E-A1A4-426C-9853-E45FE9F5B62B}" destId="{4BAE8AAF-7C32-4041-AB57-4BDB95108857}" srcOrd="2" destOrd="0" presId="urn:microsoft.com/office/officeart/2018/2/layout/IconCircleList"/>
    <dgm:cxn modelId="{BB5A3E31-B80B-4ECD-A4E2-0690E2E1134F}" type="presParOf" srcId="{2A5E695E-A1A4-426C-9853-E45FE9F5B62B}" destId="{9432D4AD-6198-4C56-B2A0-50843EF92066}" srcOrd="3" destOrd="0" presId="urn:microsoft.com/office/officeart/2018/2/layout/IconCircleList"/>
    <dgm:cxn modelId="{A812981A-D49D-4EE0-8131-31E63AF4B933}" type="presParOf" srcId="{6288DF13-E240-4940-BFE0-09224E696A11}" destId="{51CF6782-18F6-4C95-87DA-87B9BB3DDC3C}" srcOrd="5" destOrd="0" presId="urn:microsoft.com/office/officeart/2018/2/layout/IconCircleList"/>
    <dgm:cxn modelId="{6C7448B2-200D-4648-9036-9228A98C9AE8}" type="presParOf" srcId="{6288DF13-E240-4940-BFE0-09224E696A11}" destId="{E5C9E088-DD91-40A5-957C-5460CB5743F7}" srcOrd="6" destOrd="0" presId="urn:microsoft.com/office/officeart/2018/2/layout/IconCircleList"/>
    <dgm:cxn modelId="{D320B7D1-F842-4D11-9462-CFF3E3F844F5}" type="presParOf" srcId="{E5C9E088-DD91-40A5-957C-5460CB5743F7}" destId="{60FF697D-02F1-472C-8CE9-235F3D6FF854}" srcOrd="0" destOrd="0" presId="urn:microsoft.com/office/officeart/2018/2/layout/IconCircleList"/>
    <dgm:cxn modelId="{787F098A-3BF5-46A0-A394-2ACDF4CCE0FB}" type="presParOf" srcId="{E5C9E088-DD91-40A5-957C-5460CB5743F7}" destId="{01907E1D-43F4-4A28-AEC9-0C547DE5914A}" srcOrd="1" destOrd="0" presId="urn:microsoft.com/office/officeart/2018/2/layout/IconCircleList"/>
    <dgm:cxn modelId="{775C598A-6AF1-4997-8F08-619DA8C5A3F3}" type="presParOf" srcId="{E5C9E088-DD91-40A5-957C-5460CB5743F7}" destId="{4CC3FCCF-F83B-4F82-8881-E838FAADF805}" srcOrd="2" destOrd="0" presId="urn:microsoft.com/office/officeart/2018/2/layout/IconCircleList"/>
    <dgm:cxn modelId="{89C5167A-C032-467A-9313-9A4FE9F14E3C}" type="presParOf" srcId="{E5C9E088-DD91-40A5-957C-5460CB5743F7}" destId="{EEB79C30-FC46-4520-8772-63784F969D12}" srcOrd="3" destOrd="0" presId="urn:microsoft.com/office/officeart/2018/2/layout/IconCircleList"/>
    <dgm:cxn modelId="{43B0E99D-11BE-4B08-BCF4-C2BC702AAF0F}" type="presParOf" srcId="{6288DF13-E240-4940-BFE0-09224E696A11}" destId="{57ED52D0-13D2-419A-9CD4-CA1A771CE404}" srcOrd="7" destOrd="0" presId="urn:microsoft.com/office/officeart/2018/2/layout/IconCircleList"/>
    <dgm:cxn modelId="{BE4F2912-5AC2-442D-B7AE-EC10A6EEFDCD}" type="presParOf" srcId="{6288DF13-E240-4940-BFE0-09224E696A11}" destId="{76658F55-6373-44C5-8E2B-6A99B22B9FBB}" srcOrd="8" destOrd="0" presId="urn:microsoft.com/office/officeart/2018/2/layout/IconCircleList"/>
    <dgm:cxn modelId="{7CD0321D-1863-47C5-A4A1-FE18C7D3980C}" type="presParOf" srcId="{76658F55-6373-44C5-8E2B-6A99B22B9FBB}" destId="{AB49ABD9-63B6-471B-8B1D-F580CE8307B8}" srcOrd="0" destOrd="0" presId="urn:microsoft.com/office/officeart/2018/2/layout/IconCircleList"/>
    <dgm:cxn modelId="{EC1ED7A7-428B-41BD-BD79-73624CEECA95}" type="presParOf" srcId="{76658F55-6373-44C5-8E2B-6A99B22B9FBB}" destId="{BE3A1992-5DEB-4A30-92A5-7F7113865BD2}" srcOrd="1" destOrd="0" presId="urn:microsoft.com/office/officeart/2018/2/layout/IconCircleList"/>
    <dgm:cxn modelId="{A1845549-4499-4950-B83D-E94AAEF319CC}" type="presParOf" srcId="{76658F55-6373-44C5-8E2B-6A99B22B9FBB}" destId="{47BADD33-988A-497F-A7DA-DDE5B8C1BC1B}" srcOrd="2" destOrd="0" presId="urn:microsoft.com/office/officeart/2018/2/layout/IconCircleList"/>
    <dgm:cxn modelId="{8048F9A6-9EDA-4C12-9125-2F26FE2366BC}" type="presParOf" srcId="{76658F55-6373-44C5-8E2B-6A99B22B9FBB}" destId="{E8C83931-94EB-42E0-A5A9-FC32A4C5484A}" srcOrd="3" destOrd="0" presId="urn:microsoft.com/office/officeart/2018/2/layout/IconCircleList"/>
    <dgm:cxn modelId="{90C34325-6798-49B5-BFB3-19A7EE234D7B}" type="presParOf" srcId="{6288DF13-E240-4940-BFE0-09224E696A11}" destId="{BE4F0930-13E9-4D21-821E-C0BD54924E17}" srcOrd="9" destOrd="0" presId="urn:microsoft.com/office/officeart/2018/2/layout/IconCircleList"/>
    <dgm:cxn modelId="{D152F425-B170-4496-AA8F-2423B479BDD2}" type="presParOf" srcId="{6288DF13-E240-4940-BFE0-09224E696A11}" destId="{26876271-39EC-4609-A2A0-FE3E64374F49}" srcOrd="10" destOrd="0" presId="urn:microsoft.com/office/officeart/2018/2/layout/IconCircleList"/>
    <dgm:cxn modelId="{6C97F29E-0C25-496A-8033-A58B0A394122}" type="presParOf" srcId="{26876271-39EC-4609-A2A0-FE3E64374F49}" destId="{DA6F1346-6C73-4216-A360-6E632B2362AF}" srcOrd="0" destOrd="0" presId="urn:microsoft.com/office/officeart/2018/2/layout/IconCircleList"/>
    <dgm:cxn modelId="{AD35C96C-CB68-471A-9F24-0C695958BD5F}" type="presParOf" srcId="{26876271-39EC-4609-A2A0-FE3E64374F49}" destId="{3EE147CF-E027-4B83-85EF-448D04589D84}" srcOrd="1" destOrd="0" presId="urn:microsoft.com/office/officeart/2018/2/layout/IconCircleList"/>
    <dgm:cxn modelId="{090C69E2-3A49-4897-9FB8-2F786870AA7E}" type="presParOf" srcId="{26876271-39EC-4609-A2A0-FE3E64374F49}" destId="{44A80F22-FD55-4978-8F8A-53E7058C890A}" srcOrd="2" destOrd="0" presId="urn:microsoft.com/office/officeart/2018/2/layout/IconCircleList"/>
    <dgm:cxn modelId="{140F3673-E9D4-421C-ADCA-7D5451B7F46E}" type="presParOf" srcId="{26876271-39EC-4609-A2A0-FE3E64374F49}" destId="{906B9E20-7351-4843-B315-DA54142272B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366F04-9D2B-4260-8C01-3BEB6A4E7702}">
      <dsp:nvSpPr>
        <dsp:cNvPr id="0" name=""/>
        <dsp:cNvSpPr/>
      </dsp:nvSpPr>
      <dsp:spPr>
        <a:xfrm>
          <a:off x="104187" y="104864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03A2AE-3636-4910-AC09-72BEDDC10F1C}">
      <dsp:nvSpPr>
        <dsp:cNvPr id="0" name=""/>
        <dsp:cNvSpPr/>
      </dsp:nvSpPr>
      <dsp:spPr>
        <a:xfrm>
          <a:off x="104187" y="1750799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700" kern="1200"/>
            <a:t>Linting scripts</a:t>
          </a:r>
        </a:p>
      </dsp:txBody>
      <dsp:txXfrm>
        <a:off x="104187" y="1750799"/>
        <a:ext cx="4320000" cy="648000"/>
      </dsp:txXfrm>
    </dsp:sp>
    <dsp:sp modelId="{2F02E8B0-66E3-480E-9DF4-93B4B462963D}">
      <dsp:nvSpPr>
        <dsp:cNvPr id="0" name=""/>
        <dsp:cNvSpPr/>
      </dsp:nvSpPr>
      <dsp:spPr>
        <a:xfrm>
          <a:off x="104187" y="2461094"/>
          <a:ext cx="4320000" cy="7585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baseline="0"/>
            <a:t>Ensure code consistency for python and node</a:t>
          </a:r>
          <a:endParaRPr lang="en-US" sz="2100" kern="1200"/>
        </a:p>
      </dsp:txBody>
      <dsp:txXfrm>
        <a:off x="104187" y="2461094"/>
        <a:ext cx="4320000" cy="758534"/>
      </dsp:txXfrm>
    </dsp:sp>
    <dsp:sp modelId="{8A227C60-BB1A-41F5-BFAB-105F9AE4B76E}">
      <dsp:nvSpPr>
        <dsp:cNvPr id="0" name=""/>
        <dsp:cNvSpPr/>
      </dsp:nvSpPr>
      <dsp:spPr>
        <a:xfrm>
          <a:off x="5180187" y="104864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36EE12-F8A0-431D-8EC4-016F96411D66}">
      <dsp:nvSpPr>
        <dsp:cNvPr id="0" name=""/>
        <dsp:cNvSpPr/>
      </dsp:nvSpPr>
      <dsp:spPr>
        <a:xfrm>
          <a:off x="5180187" y="1750799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700" kern="1200"/>
            <a:t>Building and testing scripts</a:t>
          </a:r>
        </a:p>
      </dsp:txBody>
      <dsp:txXfrm>
        <a:off x="5180187" y="1750799"/>
        <a:ext cx="4320000" cy="648000"/>
      </dsp:txXfrm>
    </dsp:sp>
    <dsp:sp modelId="{4DDE4765-625A-4968-9159-B140D97DC093}">
      <dsp:nvSpPr>
        <dsp:cNvPr id="0" name=""/>
        <dsp:cNvSpPr/>
      </dsp:nvSpPr>
      <dsp:spPr>
        <a:xfrm>
          <a:off x="5180187" y="2461094"/>
          <a:ext cx="4320000" cy="7585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baseline="0"/>
            <a:t>Run tests on specific part of code and ensure python scripts can be built</a:t>
          </a:r>
          <a:endParaRPr lang="en-US" sz="2100" kern="1200"/>
        </a:p>
      </dsp:txBody>
      <dsp:txXfrm>
        <a:off x="5180187" y="2461094"/>
        <a:ext cx="4320000" cy="7585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BEE6E2-7B4C-42DD-ACC2-45BA63DE4170}">
      <dsp:nvSpPr>
        <dsp:cNvPr id="0" name=""/>
        <dsp:cNvSpPr/>
      </dsp:nvSpPr>
      <dsp:spPr>
        <a:xfrm>
          <a:off x="1511404" y="57744"/>
          <a:ext cx="1510523" cy="14580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07CF0C-5936-4B2F-8CA3-4BDF01D70B80}">
      <dsp:nvSpPr>
        <dsp:cNvPr id="0" name=""/>
        <dsp:cNvSpPr/>
      </dsp:nvSpPr>
      <dsp:spPr>
        <a:xfrm>
          <a:off x="108775" y="1653781"/>
          <a:ext cx="4315781" cy="6248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Backend</a:t>
          </a:r>
        </a:p>
      </dsp:txBody>
      <dsp:txXfrm>
        <a:off x="108775" y="1653781"/>
        <a:ext cx="4315781" cy="624878"/>
      </dsp:txXfrm>
    </dsp:sp>
    <dsp:sp modelId="{D544BA3B-51ED-49B1-AA73-838BA73300F9}">
      <dsp:nvSpPr>
        <dsp:cNvPr id="0" name=""/>
        <dsp:cNvSpPr/>
      </dsp:nvSpPr>
      <dsp:spPr>
        <a:xfrm>
          <a:off x="108775" y="2342839"/>
          <a:ext cx="4315781" cy="923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baseline="0"/>
            <a:t>SSH into AWS with secrets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baseline="0"/>
            <a:t>Delete old code and clone new code in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baseline="0"/>
            <a:t>Run docker</a:t>
          </a:r>
          <a:endParaRPr lang="en-US" sz="1700" kern="1200"/>
        </a:p>
      </dsp:txBody>
      <dsp:txXfrm>
        <a:off x="108775" y="2342839"/>
        <a:ext cx="4315781" cy="923909"/>
      </dsp:txXfrm>
    </dsp:sp>
    <dsp:sp modelId="{43BEB404-CF24-462C-A360-55D56A95183E}">
      <dsp:nvSpPr>
        <dsp:cNvPr id="0" name=""/>
        <dsp:cNvSpPr/>
      </dsp:nvSpPr>
      <dsp:spPr>
        <a:xfrm>
          <a:off x="6582447" y="57744"/>
          <a:ext cx="1510523" cy="14580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6BF8B7-27CC-4D73-9B38-FE7CD3AF327D}">
      <dsp:nvSpPr>
        <dsp:cNvPr id="0" name=""/>
        <dsp:cNvSpPr/>
      </dsp:nvSpPr>
      <dsp:spPr>
        <a:xfrm>
          <a:off x="5179818" y="1653781"/>
          <a:ext cx="4315781" cy="6248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Frontend</a:t>
          </a:r>
        </a:p>
      </dsp:txBody>
      <dsp:txXfrm>
        <a:off x="5179818" y="1653781"/>
        <a:ext cx="4315781" cy="624878"/>
      </dsp:txXfrm>
    </dsp:sp>
    <dsp:sp modelId="{D9B73642-F034-49A3-A671-89F90344B9EE}">
      <dsp:nvSpPr>
        <dsp:cNvPr id="0" name=""/>
        <dsp:cNvSpPr/>
      </dsp:nvSpPr>
      <dsp:spPr>
        <a:xfrm>
          <a:off x="5179818" y="2342839"/>
          <a:ext cx="4315781" cy="923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baseline="0"/>
            <a:t>Build with quasar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baseline="0"/>
            <a:t>Deploy the dist/spa built code to gh-pages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baseline="0"/>
            <a:t>Use FTP to send dist/spa built code to blue host to host on a subdomain of client’s</a:t>
          </a:r>
          <a:endParaRPr lang="en-US" sz="1700" kern="1200"/>
        </a:p>
      </dsp:txBody>
      <dsp:txXfrm>
        <a:off x="5179818" y="2342839"/>
        <a:ext cx="4315781" cy="92390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B8B413-F26D-4882-A800-760380BA3C89}">
      <dsp:nvSpPr>
        <dsp:cNvPr id="0" name=""/>
        <dsp:cNvSpPr/>
      </dsp:nvSpPr>
      <dsp:spPr>
        <a:xfrm>
          <a:off x="0" y="566"/>
          <a:ext cx="5913437" cy="132455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1F2579-09F1-453B-A4AB-F175C05620D7}">
      <dsp:nvSpPr>
        <dsp:cNvPr id="0" name=""/>
        <dsp:cNvSpPr/>
      </dsp:nvSpPr>
      <dsp:spPr>
        <a:xfrm>
          <a:off x="400679" y="298591"/>
          <a:ext cx="728507" cy="72850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E5C8AC-FEC8-4220-82B1-B66C397AAFBB}">
      <dsp:nvSpPr>
        <dsp:cNvPr id="0" name=""/>
        <dsp:cNvSpPr/>
      </dsp:nvSpPr>
      <dsp:spPr>
        <a:xfrm>
          <a:off x="1529865" y="566"/>
          <a:ext cx="4383571" cy="1324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182" tIns="140182" rIns="140182" bIns="14018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Communicate with Slack anytime we or client have something to ask. – Very poor on client side (vague requests, outrageous timelines)</a:t>
          </a:r>
        </a:p>
      </dsp:txBody>
      <dsp:txXfrm>
        <a:off x="1529865" y="566"/>
        <a:ext cx="4383571" cy="1324558"/>
      </dsp:txXfrm>
    </dsp:sp>
    <dsp:sp modelId="{7B9873E5-9A62-4B46-A533-C11CFFEC00BE}">
      <dsp:nvSpPr>
        <dsp:cNvPr id="0" name=""/>
        <dsp:cNvSpPr/>
      </dsp:nvSpPr>
      <dsp:spPr>
        <a:xfrm>
          <a:off x="0" y="1656264"/>
          <a:ext cx="5913437" cy="132455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92BF7C-82DB-4ABE-8AB5-A5A461CC61CF}">
      <dsp:nvSpPr>
        <dsp:cNvPr id="0" name=""/>
        <dsp:cNvSpPr/>
      </dsp:nvSpPr>
      <dsp:spPr>
        <a:xfrm>
          <a:off x="400679" y="1954290"/>
          <a:ext cx="728507" cy="72850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65E7C5-26AC-45D0-A41E-23CD8D67CFEC}">
      <dsp:nvSpPr>
        <dsp:cNvPr id="0" name=""/>
        <dsp:cNvSpPr/>
      </dsp:nvSpPr>
      <dsp:spPr>
        <a:xfrm>
          <a:off x="1529865" y="1656264"/>
          <a:ext cx="4383571" cy="1324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182" tIns="140182" rIns="140182" bIns="14018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Meeting every Friday to show our progress and get feedback from client.</a:t>
          </a:r>
        </a:p>
      </dsp:txBody>
      <dsp:txXfrm>
        <a:off x="1529865" y="1656264"/>
        <a:ext cx="4383571" cy="1324558"/>
      </dsp:txXfrm>
    </dsp:sp>
    <dsp:sp modelId="{FD51080C-A67A-4BE5-AA13-D5C97E4CDE6F}">
      <dsp:nvSpPr>
        <dsp:cNvPr id="0" name=""/>
        <dsp:cNvSpPr/>
      </dsp:nvSpPr>
      <dsp:spPr>
        <a:xfrm>
          <a:off x="0" y="3311963"/>
          <a:ext cx="5913437" cy="132455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17FBC0-FFC5-48A3-9A5B-44BAFA3A8AE1}">
      <dsp:nvSpPr>
        <dsp:cNvPr id="0" name=""/>
        <dsp:cNvSpPr/>
      </dsp:nvSpPr>
      <dsp:spPr>
        <a:xfrm>
          <a:off x="400679" y="3609988"/>
          <a:ext cx="728507" cy="72850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3D298B-2C5B-4860-B324-9CEB2A6E8B33}">
      <dsp:nvSpPr>
        <dsp:cNvPr id="0" name=""/>
        <dsp:cNvSpPr/>
      </dsp:nvSpPr>
      <dsp:spPr>
        <a:xfrm>
          <a:off x="1529865" y="3311963"/>
          <a:ext cx="4383571" cy="1324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182" tIns="140182" rIns="140182" bIns="14018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Client gets code updates through a forked repo</a:t>
          </a:r>
        </a:p>
      </dsp:txBody>
      <dsp:txXfrm>
        <a:off x="1529865" y="3311963"/>
        <a:ext cx="4383571" cy="132455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D6705B-1E09-4C9E-9092-657569DB68B4}">
      <dsp:nvSpPr>
        <dsp:cNvPr id="0" name=""/>
        <dsp:cNvSpPr/>
      </dsp:nvSpPr>
      <dsp:spPr>
        <a:xfrm>
          <a:off x="0" y="566"/>
          <a:ext cx="5913437" cy="132455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8A69DE-08E3-4017-A8C9-DA3ADDA1375D}">
      <dsp:nvSpPr>
        <dsp:cNvPr id="0" name=""/>
        <dsp:cNvSpPr/>
      </dsp:nvSpPr>
      <dsp:spPr>
        <a:xfrm>
          <a:off x="400679" y="298591"/>
          <a:ext cx="728507" cy="72850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DE7406-84EC-48A4-A805-0BF08D0A1837}">
      <dsp:nvSpPr>
        <dsp:cNvPr id="0" name=""/>
        <dsp:cNvSpPr/>
      </dsp:nvSpPr>
      <dsp:spPr>
        <a:xfrm>
          <a:off x="1529865" y="566"/>
          <a:ext cx="4383571" cy="1324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182" tIns="140182" rIns="140182" bIns="14018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Meet every Monday and weekly PM assigns tasks.</a:t>
          </a:r>
          <a:endParaRPr lang="en-US" sz="1600" kern="1200"/>
        </a:p>
      </dsp:txBody>
      <dsp:txXfrm>
        <a:off x="1529865" y="566"/>
        <a:ext cx="4383571" cy="1324558"/>
      </dsp:txXfrm>
    </dsp:sp>
    <dsp:sp modelId="{CDC0DFF3-8D49-4D31-9084-5724D8DE33C0}">
      <dsp:nvSpPr>
        <dsp:cNvPr id="0" name=""/>
        <dsp:cNvSpPr/>
      </dsp:nvSpPr>
      <dsp:spPr>
        <a:xfrm>
          <a:off x="0" y="1656264"/>
          <a:ext cx="5913437" cy="132455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301235-ACF0-4DF8-B350-9CBD52917747}">
      <dsp:nvSpPr>
        <dsp:cNvPr id="0" name=""/>
        <dsp:cNvSpPr/>
      </dsp:nvSpPr>
      <dsp:spPr>
        <a:xfrm>
          <a:off x="400679" y="1954290"/>
          <a:ext cx="728507" cy="72850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07F815-B6BC-4FA6-AED6-5631CEE23A10}">
      <dsp:nvSpPr>
        <dsp:cNvPr id="0" name=""/>
        <dsp:cNvSpPr/>
      </dsp:nvSpPr>
      <dsp:spPr>
        <a:xfrm>
          <a:off x="1529865" y="1656264"/>
          <a:ext cx="4383571" cy="1324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182" tIns="140182" rIns="140182" bIns="14018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Communicate on group chat so that we can discuss on a certain topic.</a:t>
          </a:r>
        </a:p>
      </dsp:txBody>
      <dsp:txXfrm>
        <a:off x="1529865" y="1656264"/>
        <a:ext cx="4383571" cy="1324558"/>
      </dsp:txXfrm>
    </dsp:sp>
    <dsp:sp modelId="{B416F847-AE76-42B0-9F31-0FFF28354537}">
      <dsp:nvSpPr>
        <dsp:cNvPr id="0" name=""/>
        <dsp:cNvSpPr/>
      </dsp:nvSpPr>
      <dsp:spPr>
        <a:xfrm>
          <a:off x="0" y="3311963"/>
          <a:ext cx="5913437" cy="132455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6A416C-279E-4BD7-AFEB-F470CD46BFB9}">
      <dsp:nvSpPr>
        <dsp:cNvPr id="0" name=""/>
        <dsp:cNvSpPr/>
      </dsp:nvSpPr>
      <dsp:spPr>
        <a:xfrm>
          <a:off x="400679" y="3609988"/>
          <a:ext cx="728507" cy="72850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13A3AE-EDD6-4B63-9F5C-8C7E439881B1}">
      <dsp:nvSpPr>
        <dsp:cNvPr id="0" name=""/>
        <dsp:cNvSpPr/>
      </dsp:nvSpPr>
      <dsp:spPr>
        <a:xfrm>
          <a:off x="1529865" y="3311963"/>
          <a:ext cx="4383571" cy="1324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182" tIns="140182" rIns="140182" bIns="14018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Discord and teams for communicating sensitive information, asking informal questions and requesting PR reviews. – Now migrating more important conversations to GitHub</a:t>
          </a:r>
          <a:endParaRPr lang="en-US" sz="1600" kern="1200"/>
        </a:p>
      </dsp:txBody>
      <dsp:txXfrm>
        <a:off x="1529865" y="3311963"/>
        <a:ext cx="4383571" cy="132455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E6783B-665F-46B9-8673-A4A9AA7A5E0F}">
      <dsp:nvSpPr>
        <dsp:cNvPr id="0" name=""/>
        <dsp:cNvSpPr/>
      </dsp:nvSpPr>
      <dsp:spPr>
        <a:xfrm>
          <a:off x="186662" y="579450"/>
          <a:ext cx="800214" cy="80021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AE9B2A-6CE1-4332-8A33-F4FA9BE7A48E}">
      <dsp:nvSpPr>
        <dsp:cNvPr id="0" name=""/>
        <dsp:cNvSpPr/>
      </dsp:nvSpPr>
      <dsp:spPr>
        <a:xfrm>
          <a:off x="354707" y="747495"/>
          <a:ext cx="464124" cy="46412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68C44F-7923-40E6-A153-B1977E24F21B}">
      <dsp:nvSpPr>
        <dsp:cNvPr id="0" name=""/>
        <dsp:cNvSpPr/>
      </dsp:nvSpPr>
      <dsp:spPr>
        <a:xfrm>
          <a:off x="1158352" y="579450"/>
          <a:ext cx="1886220" cy="8002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1.  How to proceed a large-scale project with a number of</a:t>
          </a:r>
          <a:r>
            <a:rPr lang="en-GB" sz="1200" kern="1200"/>
            <a:t> people.</a:t>
          </a:r>
          <a:endParaRPr lang="en-US" sz="1200" kern="1200"/>
        </a:p>
      </dsp:txBody>
      <dsp:txXfrm>
        <a:off x="1158352" y="579450"/>
        <a:ext cx="1886220" cy="800214"/>
      </dsp:txXfrm>
    </dsp:sp>
    <dsp:sp modelId="{6FA392DD-360A-453A-A175-D06131BCBA35}">
      <dsp:nvSpPr>
        <dsp:cNvPr id="0" name=""/>
        <dsp:cNvSpPr/>
      </dsp:nvSpPr>
      <dsp:spPr>
        <a:xfrm>
          <a:off x="3373232" y="579450"/>
          <a:ext cx="800214" cy="80021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FE213C-0A4E-4BD7-9444-AF0C0F098A55}">
      <dsp:nvSpPr>
        <dsp:cNvPr id="0" name=""/>
        <dsp:cNvSpPr/>
      </dsp:nvSpPr>
      <dsp:spPr>
        <a:xfrm>
          <a:off x="3541277" y="747495"/>
          <a:ext cx="464124" cy="46412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20D4B6-8133-4B23-B591-405DE86211FF}">
      <dsp:nvSpPr>
        <dsp:cNvPr id="0" name=""/>
        <dsp:cNvSpPr/>
      </dsp:nvSpPr>
      <dsp:spPr>
        <a:xfrm>
          <a:off x="4344921" y="579450"/>
          <a:ext cx="1886220" cy="8002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2.  How to use several software tools for the certain purposes. (Github,  Figma, Docker etc.)</a:t>
          </a:r>
          <a:endParaRPr lang="en-US" sz="1200" kern="1200"/>
        </a:p>
      </dsp:txBody>
      <dsp:txXfrm>
        <a:off x="4344921" y="579450"/>
        <a:ext cx="1886220" cy="800214"/>
      </dsp:txXfrm>
    </dsp:sp>
    <dsp:sp modelId="{FFCC5E65-0A17-46E8-BF1C-35DC943DA5D3}">
      <dsp:nvSpPr>
        <dsp:cNvPr id="0" name=""/>
        <dsp:cNvSpPr/>
      </dsp:nvSpPr>
      <dsp:spPr>
        <a:xfrm>
          <a:off x="6559802" y="579450"/>
          <a:ext cx="800214" cy="80021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5DB118-4546-48AB-AEFE-D8E4B7F8E5BF}">
      <dsp:nvSpPr>
        <dsp:cNvPr id="0" name=""/>
        <dsp:cNvSpPr/>
      </dsp:nvSpPr>
      <dsp:spPr>
        <a:xfrm>
          <a:off x="6727847" y="747495"/>
          <a:ext cx="464124" cy="46412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32D4AD-6198-4C56-B2A0-50843EF92066}">
      <dsp:nvSpPr>
        <dsp:cNvPr id="0" name=""/>
        <dsp:cNvSpPr/>
      </dsp:nvSpPr>
      <dsp:spPr>
        <a:xfrm>
          <a:off x="7531491" y="579450"/>
          <a:ext cx="1886220" cy="8002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3.  How can we communicate with (unhelpful) client as if an actual working – environment.</a:t>
          </a:r>
          <a:endParaRPr lang="en-US" sz="1200" kern="1200"/>
        </a:p>
      </dsp:txBody>
      <dsp:txXfrm>
        <a:off x="7531491" y="579450"/>
        <a:ext cx="1886220" cy="800214"/>
      </dsp:txXfrm>
    </dsp:sp>
    <dsp:sp modelId="{60FF697D-02F1-472C-8CE9-235F3D6FF854}">
      <dsp:nvSpPr>
        <dsp:cNvPr id="0" name=""/>
        <dsp:cNvSpPr/>
      </dsp:nvSpPr>
      <dsp:spPr>
        <a:xfrm>
          <a:off x="186662" y="1944828"/>
          <a:ext cx="800214" cy="80021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907E1D-43F4-4A28-AEC9-0C547DE5914A}">
      <dsp:nvSpPr>
        <dsp:cNvPr id="0" name=""/>
        <dsp:cNvSpPr/>
      </dsp:nvSpPr>
      <dsp:spPr>
        <a:xfrm>
          <a:off x="354707" y="2112874"/>
          <a:ext cx="464124" cy="46412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B79C30-FC46-4520-8772-63784F969D12}">
      <dsp:nvSpPr>
        <dsp:cNvPr id="0" name=""/>
        <dsp:cNvSpPr/>
      </dsp:nvSpPr>
      <dsp:spPr>
        <a:xfrm>
          <a:off x="1158352" y="1944828"/>
          <a:ext cx="1886220" cy="8002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4. CI/CD</a:t>
          </a:r>
        </a:p>
      </dsp:txBody>
      <dsp:txXfrm>
        <a:off x="1158352" y="1944828"/>
        <a:ext cx="1886220" cy="800214"/>
      </dsp:txXfrm>
    </dsp:sp>
    <dsp:sp modelId="{AB49ABD9-63B6-471B-8B1D-F580CE8307B8}">
      <dsp:nvSpPr>
        <dsp:cNvPr id="0" name=""/>
        <dsp:cNvSpPr/>
      </dsp:nvSpPr>
      <dsp:spPr>
        <a:xfrm>
          <a:off x="3373232" y="1944828"/>
          <a:ext cx="800214" cy="80021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3A1992-5DEB-4A30-92A5-7F7113865BD2}">
      <dsp:nvSpPr>
        <dsp:cNvPr id="0" name=""/>
        <dsp:cNvSpPr/>
      </dsp:nvSpPr>
      <dsp:spPr>
        <a:xfrm>
          <a:off x="3541277" y="2112874"/>
          <a:ext cx="464124" cy="46412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C83931-94EB-42E0-A5A9-FC32A4C5484A}">
      <dsp:nvSpPr>
        <dsp:cNvPr id="0" name=""/>
        <dsp:cNvSpPr/>
      </dsp:nvSpPr>
      <dsp:spPr>
        <a:xfrm>
          <a:off x="4344921" y="1944828"/>
          <a:ext cx="1886220" cy="8002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How to build a backend server / how to build a web app</a:t>
          </a:r>
        </a:p>
      </dsp:txBody>
      <dsp:txXfrm>
        <a:off x="4344921" y="1944828"/>
        <a:ext cx="1886220" cy="800214"/>
      </dsp:txXfrm>
    </dsp:sp>
    <dsp:sp modelId="{DA6F1346-6C73-4216-A360-6E632B2362AF}">
      <dsp:nvSpPr>
        <dsp:cNvPr id="0" name=""/>
        <dsp:cNvSpPr/>
      </dsp:nvSpPr>
      <dsp:spPr>
        <a:xfrm>
          <a:off x="6559802" y="1944828"/>
          <a:ext cx="800214" cy="80021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E147CF-E027-4B83-85EF-448D04589D84}">
      <dsp:nvSpPr>
        <dsp:cNvPr id="0" name=""/>
        <dsp:cNvSpPr/>
      </dsp:nvSpPr>
      <dsp:spPr>
        <a:xfrm>
          <a:off x="6727847" y="2112874"/>
          <a:ext cx="464124" cy="46412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6B9E20-7351-4843-B315-DA54142272BF}">
      <dsp:nvSpPr>
        <dsp:cNvPr id="0" name=""/>
        <dsp:cNvSpPr/>
      </dsp:nvSpPr>
      <dsp:spPr>
        <a:xfrm>
          <a:off x="7531491" y="1944828"/>
          <a:ext cx="1886220" cy="8002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Machine learning - NNs</a:t>
          </a:r>
        </a:p>
      </dsp:txBody>
      <dsp:txXfrm>
        <a:off x="7531491" y="1944828"/>
        <a:ext cx="1886220" cy="8002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3/20/25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FA7E2-5611-E3FF-58D9-8F565B0441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73846" y="990599"/>
            <a:ext cx="8637073" cy="1142396"/>
          </a:xfrm>
        </p:spPr>
        <p:txBody>
          <a:bodyPr/>
          <a:lstStyle/>
          <a:p>
            <a:r>
              <a:rPr lang="en-US"/>
              <a:t>ML/Ai prediction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C2A07D-B7A4-86B0-2725-ABF5122DA3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Software engineering project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606A62B-C800-6194-BE47-2C72636B6F6E}"/>
              </a:ext>
            </a:extLst>
          </p:cNvPr>
          <p:cNvSpPr txBox="1">
            <a:spLocks/>
          </p:cNvSpPr>
          <p:nvPr/>
        </p:nvSpPr>
        <p:spPr>
          <a:xfrm>
            <a:off x="2273846" y="2015065"/>
            <a:ext cx="8637073" cy="1142396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>
                <a:solidFill>
                  <a:srgbClr val="FF0000"/>
                </a:solidFill>
              </a:rPr>
              <a:t>U3Core</a:t>
            </a:r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603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F77D4-CF56-13EF-75BF-2B21B611A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we 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143B6-7EA0-6984-0754-A62C49877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345061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dirty="0"/>
              <a:t>Thomas Bale</a:t>
            </a:r>
          </a:p>
          <a:p>
            <a:pPr marL="0" indent="0">
              <a:buNone/>
            </a:pPr>
            <a:r>
              <a:rPr lang="en-US" sz="2800" dirty="0"/>
              <a:t>Daniel Kim</a:t>
            </a:r>
          </a:p>
          <a:p>
            <a:pPr marL="0" indent="0">
              <a:buNone/>
            </a:pPr>
            <a:r>
              <a:rPr lang="en-US" sz="2800" dirty="0"/>
              <a:t>Justice Mintah</a:t>
            </a:r>
          </a:p>
          <a:p>
            <a:pPr marL="0" indent="0">
              <a:buNone/>
            </a:pPr>
            <a:r>
              <a:rPr lang="en-US" sz="2800" dirty="0"/>
              <a:t>Sin Yi Tay</a:t>
            </a:r>
          </a:p>
          <a:p>
            <a:pPr marL="0" indent="0">
              <a:buNone/>
            </a:pPr>
            <a:r>
              <a:rPr lang="en-US" sz="2800" dirty="0"/>
              <a:t>Xinyuan Chen</a:t>
            </a:r>
          </a:p>
          <a:p>
            <a:pPr marL="0" indent="0">
              <a:buNone/>
            </a:pPr>
            <a:r>
              <a:rPr lang="en-US" sz="2800" dirty="0"/>
              <a:t>William Hook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36667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55409-1127-3C42-A0D6-5E6FA46D0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client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3D26E-C997-603C-3B03-87810930E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3500" dirty="0"/>
              <a:t>DigitaU3</a:t>
            </a:r>
          </a:p>
          <a:p>
            <a:pPr>
              <a:lnSpc>
                <a:spcPct val="200000"/>
              </a:lnSpc>
            </a:pPr>
            <a:r>
              <a:rPr lang="en-US" sz="3500" dirty="0"/>
              <a:t>Providing AI powered technologies</a:t>
            </a:r>
          </a:p>
        </p:txBody>
      </p:sp>
    </p:spTree>
    <p:extLst>
      <p:ext uri="{BB962C8B-B14F-4D97-AF65-F5344CB8AC3E}">
        <p14:creationId xmlns:p14="http://schemas.microsoft.com/office/powerpoint/2010/main" val="307324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0467C-4904-F8E8-E412-3B80FEB07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/>
              <a:t>User story</a:t>
            </a:r>
          </a:p>
        </p:txBody>
      </p:sp>
      <p:pic>
        <p:nvPicPr>
          <p:cNvPr id="6" name="Picture 5" descr="A black and orange logo&#10;&#10;AI-generated content may be incorrect.">
            <a:extLst>
              <a:ext uri="{FF2B5EF4-FFF2-40B4-BE49-F238E27FC236}">
                <a16:creationId xmlns:a16="http://schemas.microsoft.com/office/drawing/2014/main" id="{138338F6-F9F9-1759-4814-7764E13A9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579" y="2414122"/>
            <a:ext cx="4960443" cy="265383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4B95D-7A3A-B52E-A631-27F46E39E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2299" y="2015734"/>
            <a:ext cx="4162555" cy="345061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b="0" i="0" u="none" strike="noStrike">
                <a:effectLst/>
                <a:latin typeface="-apple-system"/>
              </a:rPr>
              <a:t>As a </a:t>
            </a:r>
            <a:r>
              <a:rPr lang="en-GB" b="1" i="0" u="none" strike="noStrike">
                <a:effectLst/>
                <a:latin typeface="-apple-system"/>
              </a:rPr>
              <a:t>team at DigitalU3</a:t>
            </a:r>
            <a:r>
              <a:rPr lang="en-GB" b="0" i="0" u="none" strike="noStrike">
                <a:effectLst/>
                <a:latin typeface="-apple-system"/>
              </a:rPr>
              <a:t>, we want the system to be able to be deployed seamlessly on either AI edge or cloud devices.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0" i="0" u="none" strike="noStrike">
                <a:effectLst/>
                <a:latin typeface="-apple-system"/>
              </a:rPr>
              <a:t>As a </a:t>
            </a:r>
            <a:r>
              <a:rPr lang="en-GB" b="1" i="0" u="none" strike="noStrike">
                <a:effectLst/>
                <a:latin typeface="-apple-system"/>
              </a:rPr>
              <a:t>team at DigitalU3</a:t>
            </a:r>
            <a:r>
              <a:rPr lang="en-GB" b="0" i="0" u="none" strike="noStrike">
                <a:effectLst/>
                <a:latin typeface="-apple-system"/>
              </a:rPr>
              <a:t>, we want the SMS/email alert system to be easily setup.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920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C53CF-0884-FA00-4363-3509BCF3F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User 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FEFD8-0B7A-B114-1C2B-CFCB23BF5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5762021" cy="3450613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>
                <a:solidFill>
                  <a:srgbClr val="1F2328"/>
                </a:solidFill>
                <a:effectLst/>
                <a:latin typeface="-apple-system"/>
              </a:rPr>
              <a:t>As a </a:t>
            </a:r>
            <a:r>
              <a:rPr lang="en-GB" b="1" i="0" u="none" strike="noStrike">
                <a:solidFill>
                  <a:srgbClr val="1F2328"/>
                </a:solidFill>
                <a:effectLst/>
                <a:latin typeface="-apple-system"/>
              </a:rPr>
              <a:t>manager at unnamed corporation</a:t>
            </a:r>
            <a:r>
              <a:rPr lang="en-GB" b="0" i="0" u="none" strike="noStrike">
                <a:solidFill>
                  <a:srgbClr val="1F2328"/>
                </a:solidFill>
                <a:effectLst/>
                <a:latin typeface="-apple-system"/>
              </a:rPr>
              <a:t>, I want the SMS alerts to arrive at my phone fast and securely.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>
                <a:solidFill>
                  <a:srgbClr val="1F2328"/>
                </a:solidFill>
                <a:effectLst/>
                <a:latin typeface="-apple-system"/>
              </a:rPr>
              <a:t>As a </a:t>
            </a:r>
            <a:r>
              <a:rPr lang="en-GB" b="1" i="0" u="none" strike="noStrike">
                <a:solidFill>
                  <a:srgbClr val="1F2328"/>
                </a:solidFill>
                <a:effectLst/>
                <a:latin typeface="-apple-system"/>
              </a:rPr>
              <a:t>manager at unnamed corporation</a:t>
            </a:r>
            <a:r>
              <a:rPr lang="en-GB" b="0" i="0" u="none" strike="noStrike">
                <a:solidFill>
                  <a:srgbClr val="1F2328"/>
                </a:solidFill>
                <a:effectLst/>
                <a:latin typeface="-apple-system"/>
              </a:rPr>
              <a:t>, I want the detection alerts to detect hazards before they have caused significant damage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>
                <a:solidFill>
                  <a:srgbClr val="1F2328"/>
                </a:solidFill>
                <a:latin typeface="-apple-system"/>
              </a:rPr>
              <a:t>As a </a:t>
            </a:r>
            <a:r>
              <a:rPr lang="en-GB" b="1" i="0" u="none" strike="noStrike">
                <a:solidFill>
                  <a:srgbClr val="1F2328"/>
                </a:solidFill>
                <a:effectLst/>
                <a:latin typeface="-apple-system"/>
              </a:rPr>
              <a:t>manager at unnamed corporation</a:t>
            </a:r>
            <a:r>
              <a:rPr lang="en-GB" b="0" i="0" u="none" strike="noStrike">
                <a:solidFill>
                  <a:srgbClr val="1F2328"/>
                </a:solidFill>
                <a:effectLst/>
                <a:latin typeface="-apple-system"/>
              </a:rPr>
              <a:t>, I want to be able to securely view the logs for my sites in real time on an easy to interact with web application.</a:t>
            </a:r>
          </a:p>
        </p:txBody>
      </p: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52B44CD-8869-1FBF-53EC-BBAF7077A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8309" y="2257765"/>
            <a:ext cx="2966545" cy="2966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185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DF469-A509-91F2-5FD2-56A85D950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DB2E2-4923-A929-D3BA-B7389AD52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189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8DC52-63D0-B9A2-D430-C33939F2B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 stack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D8C3D-419B-0477-1682-9F5659CA5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136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0D717-9610-E0D6-30C7-F7C7626E8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E175E-1334-AB9C-8A11-78CB1CA09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85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2338C-AD82-D02C-9E0F-B4C47D514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/>
              <a:t>Continuous integration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17D4FC9-0BBB-BD6A-D415-6724166F78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0239003"/>
              </p:ext>
            </p:extLst>
          </p:nvPr>
        </p:nvGraphicFramePr>
        <p:xfrm>
          <a:off x="1450975" y="2340435"/>
          <a:ext cx="9604375" cy="3324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77256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6DF30-A60C-CFB8-A383-DC0CD6B14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/>
              <a:t>Continuous deployment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BD8BFEA-6AE5-6BBA-4A00-665C8BC589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3037373"/>
              </p:ext>
            </p:extLst>
          </p:nvPr>
        </p:nvGraphicFramePr>
        <p:xfrm>
          <a:off x="1450975" y="2340435"/>
          <a:ext cx="9604375" cy="3324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74009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93B99-9B5A-2919-A4E6-03AECB7B9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0" dirty="0">
                <a:solidFill>
                  <a:srgbClr val="F0F6FC"/>
                </a:solidFill>
                <a:effectLst/>
                <a:latin typeface="-apple-system"/>
              </a:rPr>
              <a:t>Interface Design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73CA3-D22F-CA99-AC58-C10AC75AD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F0F6FC"/>
                </a:solidFill>
                <a:effectLst/>
                <a:latin typeface="-apple-system"/>
              </a:rPr>
              <a:t>Summarise your approach to interface design, optionally illustrating it with original design wireframes &amp; screenshots of current interfaces (again, remember a picture is worth 1000 words!)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404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92CBF5-FAA1-541C-4243-DCC398BC8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en-US" sz="2700"/>
              <a:t>communication with client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F19DBBA-D8A1-41C3-1A6F-FC31E47D32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4015581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360643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D65D83-4158-765D-28BE-87B25FBE0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en-US" sz="2700"/>
              <a:t>Communication with team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562C110-E450-6A63-4957-8911BE85EB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7819361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138226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CD0D5-FF8E-59D9-7DC6-0A41C6468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F95AA-1904-22D3-5CE3-30CA38C25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78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EE898-0F81-3EEE-79B8-8B7A77775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teamwork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9BCC8-97E4-13A7-5CBB-D70201825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200000"/>
              </a:lnSpc>
            </a:pPr>
            <a:r>
              <a:rPr lang="en-US" sz="3200"/>
              <a:t>Unequal workload</a:t>
            </a:r>
          </a:p>
          <a:p>
            <a:pPr lvl="1">
              <a:lnSpc>
                <a:spcPct val="200000"/>
              </a:lnSpc>
            </a:pPr>
            <a:r>
              <a:rPr lang="en-US" sz="3000"/>
              <a:t>Causes: started with scheduling conflicts, later – also unfamiliarity with codebase, inability to pick up issues, tech stack, etc.</a:t>
            </a:r>
          </a:p>
          <a:p>
            <a:pPr lvl="1">
              <a:lnSpc>
                <a:spcPct val="200000"/>
              </a:lnSpc>
            </a:pPr>
            <a:r>
              <a:rPr lang="en-US" sz="3000"/>
              <a:t>Resolutions:  Weekly meetings, rotating PM, team code overviews</a:t>
            </a:r>
          </a:p>
        </p:txBody>
      </p:sp>
    </p:spTree>
    <p:extLst>
      <p:ext uri="{BB962C8B-B14F-4D97-AF65-F5344CB8AC3E}">
        <p14:creationId xmlns:p14="http://schemas.microsoft.com/office/powerpoint/2010/main" val="36897860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DBDDB-9ADC-2869-F9D5-C23A65673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/>
              <a:t>What we have learned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2893B3F0-FDA8-7E28-1F4A-16064BFB8A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5262103"/>
              </p:ext>
            </p:extLst>
          </p:nvPr>
        </p:nvGraphicFramePr>
        <p:xfrm>
          <a:off x="1450975" y="2340435"/>
          <a:ext cx="9604375" cy="3324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05994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6C6E5-2233-2EB8-ED46-9476796C3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DEmo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52598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492</Words>
  <Application>Microsoft Macintosh PowerPoint</Application>
  <PresentationFormat>Widescreen</PresentationFormat>
  <Paragraphs>60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-apple-system</vt:lpstr>
      <vt:lpstr>Arial</vt:lpstr>
      <vt:lpstr>Gill Sans MT</vt:lpstr>
      <vt:lpstr>Gallery</vt:lpstr>
      <vt:lpstr>ML/Ai prediction</vt:lpstr>
      <vt:lpstr>Who we are</vt:lpstr>
      <vt:lpstr>Our client</vt:lpstr>
      <vt:lpstr>User story</vt:lpstr>
      <vt:lpstr>User story</vt:lpstr>
      <vt:lpstr>Architecture diagram</vt:lpstr>
      <vt:lpstr>Tech stack diagram</vt:lpstr>
      <vt:lpstr>Test Strategy</vt:lpstr>
      <vt:lpstr>Continuous integration</vt:lpstr>
      <vt:lpstr>Continuous deployment</vt:lpstr>
      <vt:lpstr>Interface Design</vt:lpstr>
      <vt:lpstr>communication with client</vt:lpstr>
      <vt:lpstr>Communication with team</vt:lpstr>
      <vt:lpstr>Project management</vt:lpstr>
      <vt:lpstr>teamwork</vt:lpstr>
      <vt:lpstr>What we have learned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Kim</dc:creator>
  <cp:lastModifiedBy>Thomas Bale</cp:lastModifiedBy>
  <cp:revision>2</cp:revision>
  <dcterms:created xsi:type="dcterms:W3CDTF">2025-02-24T17:53:03Z</dcterms:created>
  <dcterms:modified xsi:type="dcterms:W3CDTF">2025-03-20T13:50:53Z</dcterms:modified>
</cp:coreProperties>
</file>