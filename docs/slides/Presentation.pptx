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9" r:id="rId7"/>
    <p:sldId id="268" r:id="rId8"/>
    <p:sldId id="261" r:id="rId9"/>
    <p:sldId id="270" r:id="rId10"/>
    <p:sldId id="262" r:id="rId11"/>
    <p:sldId id="263" r:id="rId12"/>
    <p:sldId id="264" r:id="rId13"/>
    <p:sldId id="265" r:id="rId14"/>
    <p:sldId id="266" r:id="rId15"/>
    <p:sldId id="271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8"/>
    <p:restoredTop sz="94635"/>
  </p:normalViewPr>
  <p:slideViewPr>
    <p:cSldViewPr snapToGrid="0">
      <p:cViewPr varScale="1">
        <p:scale>
          <a:sx n="150" d="100"/>
          <a:sy n="150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A7E2-5611-E3FF-58D9-8F565B0441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ML/Ai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2A07D-B7A4-86B0-2725-ABF5122DA3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Software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241603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F77D4-CF56-13EF-75BF-2B21B611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our 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143B6-7EA0-6984-0754-A62C49877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3200" dirty="0"/>
              <a:t>Detecting industrial hazard such as fire, smoke, oil leakage.</a:t>
            </a:r>
          </a:p>
          <a:p>
            <a:pPr marL="457200" indent="-457200">
              <a:buAutoNum type="arabicPeriod"/>
            </a:pPr>
            <a:r>
              <a:rPr lang="en-US" sz="3200" dirty="0"/>
              <a:t>sending a message to </a:t>
            </a:r>
            <a:r>
              <a:rPr lang="en-GB" sz="3200" dirty="0"/>
              <a:t>stakeholders </a:t>
            </a:r>
            <a:r>
              <a:rPr lang="en-US" sz="3200" dirty="0"/>
              <a:t>when abnormal situation is detected.</a:t>
            </a:r>
            <a:endParaRPr lang="en-GB" sz="3200" dirty="0"/>
          </a:p>
          <a:p>
            <a:pPr marL="457200" indent="-457200">
              <a:buAutoNum type="arabi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36667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5409-1127-3C42-A0D6-5E6FA46D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3D26E-C997-603C-3B03-87810930E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3500" dirty="0"/>
              <a:t>DigitaU3</a:t>
            </a:r>
          </a:p>
          <a:p>
            <a:pPr>
              <a:lnSpc>
                <a:spcPct val="200000"/>
              </a:lnSpc>
            </a:pPr>
            <a:r>
              <a:rPr lang="en-US" sz="3500" dirty="0"/>
              <a:t>Unnamed corporation</a:t>
            </a:r>
          </a:p>
        </p:txBody>
      </p:sp>
    </p:spTree>
    <p:extLst>
      <p:ext uri="{BB962C8B-B14F-4D97-AF65-F5344CB8AC3E}">
        <p14:creationId xmlns:p14="http://schemas.microsoft.com/office/powerpoint/2010/main" val="30732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0467C-4904-F8E8-E412-3B80FEB07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4B95D-7A3A-B52E-A631-27F46E39E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As a </a:t>
            </a:r>
            <a:r>
              <a:rPr lang="en-GB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team at DigitalU3</a:t>
            </a: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, we want the system to be able to be deployed seamlessly on either AI edge or cloud devices.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As a </a:t>
            </a:r>
            <a:r>
              <a:rPr lang="en-GB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team at DigitalU3</a:t>
            </a: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, we want the SMS/email alert system to be easily setup.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As a </a:t>
            </a:r>
            <a:r>
              <a:rPr lang="en-GB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manager at unnamed corporation</a:t>
            </a: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, I want the SMS alerts to arrive at my phone fast and securely.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As a </a:t>
            </a:r>
            <a:r>
              <a:rPr lang="en-GB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manager at unnamed corporation</a:t>
            </a: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, I want the detection alerts to detect hazards before they have caused significant damage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920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096DD-0440-9A62-62DC-615596883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F0068-663C-2C74-E6DB-844E0817A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635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48E0E-3DF7-FF7D-5578-A9DED59B4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A88B91-7531-78C4-3679-EC1A92C3E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 that we have been through</a:t>
            </a:r>
          </a:p>
        </p:txBody>
      </p:sp>
    </p:spTree>
    <p:extLst>
      <p:ext uri="{BB962C8B-B14F-4D97-AF65-F5344CB8AC3E}">
        <p14:creationId xmlns:p14="http://schemas.microsoft.com/office/powerpoint/2010/main" val="3685883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DAD3-0F6A-8C2F-E3B8-72C06D726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FA47580D-814B-AF40-2DB7-59AD16B7E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Frontend : Figma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Backend : </a:t>
            </a:r>
            <a:r>
              <a:rPr lang="en-US" sz="2400" dirty="0" err="1"/>
              <a:t>Roboflow</a:t>
            </a:r>
            <a:r>
              <a:rPr lang="en-US" sz="2400" dirty="0"/>
              <a:t>,  Twilio, Postmark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General : </a:t>
            </a:r>
            <a:r>
              <a:rPr lang="en-US" sz="2400" dirty="0" err="1"/>
              <a:t>Github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196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EE898-0F81-3EEE-79B8-8B7A77775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People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9BCC8-97E4-13A7-5CBB-D70201825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3200" dirty="0"/>
              <a:t>Unequal workload</a:t>
            </a:r>
          </a:p>
          <a:p>
            <a:pPr>
              <a:lnSpc>
                <a:spcPct val="200000"/>
              </a:lnSpc>
            </a:pPr>
            <a:r>
              <a:rPr lang="en-US" sz="3200" dirty="0"/>
              <a:t>Scheduling conflicts</a:t>
            </a:r>
          </a:p>
        </p:txBody>
      </p:sp>
    </p:spTree>
    <p:extLst>
      <p:ext uri="{BB962C8B-B14F-4D97-AF65-F5344CB8AC3E}">
        <p14:creationId xmlns:p14="http://schemas.microsoft.com/office/powerpoint/2010/main" val="3689786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BDDAD-8CAC-C2B7-C973-5D379C49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D51C7-4771-3AB5-F833-E11D974FB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from September to </a:t>
            </a:r>
            <a:r>
              <a:rPr lang="en-US" dirty="0" err="1"/>
              <a:t>Ferbruary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929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344B7-7E11-8E68-800D-EA5A1A5B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 to month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6CDF1-601C-EDFD-9ADA-1F4BA48A0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553" y="2015732"/>
            <a:ext cx="1489383" cy="359999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4BC939D-BD24-BBC2-4B36-263396701951}"/>
              </a:ext>
            </a:extLst>
          </p:cNvPr>
          <p:cNvCxnSpPr>
            <a:cxnSpLocks/>
          </p:cNvCxnSpPr>
          <p:nvPr/>
        </p:nvCxnSpPr>
        <p:spPr>
          <a:xfrm flipV="1">
            <a:off x="734938" y="2522781"/>
            <a:ext cx="1059678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EAA378A-BEB7-B606-D815-954B50425441}"/>
              </a:ext>
            </a:extLst>
          </p:cNvPr>
          <p:cNvSpPr/>
          <p:nvPr/>
        </p:nvSpPr>
        <p:spPr>
          <a:xfrm>
            <a:off x="712078" y="2391208"/>
            <a:ext cx="45719" cy="235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4E8C9-1874-4A80-2B5F-4C2E66B7F630}"/>
              </a:ext>
            </a:extLst>
          </p:cNvPr>
          <p:cNvSpPr/>
          <p:nvPr/>
        </p:nvSpPr>
        <p:spPr>
          <a:xfrm flipH="1">
            <a:off x="2649193" y="2391208"/>
            <a:ext cx="45719" cy="235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0E60D0-90BD-56DF-1029-2A7DD8B2AC4E}"/>
              </a:ext>
            </a:extLst>
          </p:cNvPr>
          <p:cNvSpPr/>
          <p:nvPr/>
        </p:nvSpPr>
        <p:spPr>
          <a:xfrm>
            <a:off x="4697122" y="2388628"/>
            <a:ext cx="45719" cy="2410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949553-C751-BA8C-4424-66D427E8A746}"/>
              </a:ext>
            </a:extLst>
          </p:cNvPr>
          <p:cNvSpPr/>
          <p:nvPr/>
        </p:nvSpPr>
        <p:spPr>
          <a:xfrm>
            <a:off x="6370883" y="2375731"/>
            <a:ext cx="45719" cy="2410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661D46-8E42-BCF1-47D7-97CA7C7A76F4}"/>
              </a:ext>
            </a:extLst>
          </p:cNvPr>
          <p:cNvSpPr txBox="1"/>
          <p:nvPr/>
        </p:nvSpPr>
        <p:spPr>
          <a:xfrm>
            <a:off x="348953" y="2941176"/>
            <a:ext cx="22988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Meeting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Working on the prelim tasks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BAB45F-D495-B938-530D-7C0120888694}"/>
              </a:ext>
            </a:extLst>
          </p:cNvPr>
          <p:cNvSpPr txBox="1"/>
          <p:nvPr/>
        </p:nvSpPr>
        <p:spPr>
          <a:xfrm>
            <a:off x="2121063" y="2941175"/>
            <a:ext cx="20522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Making a blueprint for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to study about required </a:t>
            </a:r>
            <a:r>
              <a:rPr lang="en-US" dirty="0" err="1"/>
              <a:t>softwares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our model through yolov11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24A665-EAE4-67FC-1EA6-A9711138197F}"/>
              </a:ext>
            </a:extLst>
          </p:cNvPr>
          <p:cNvSpPr txBox="1"/>
          <p:nvPr/>
        </p:nvSpPr>
        <p:spPr>
          <a:xfrm>
            <a:off x="5927998" y="2941175"/>
            <a:ext cx="22988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Building Docker so that code could be run by anyone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Setting up API end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Building database using </a:t>
            </a:r>
            <a:r>
              <a:rPr lang="en-US" dirty="0" err="1"/>
              <a:t>mySQL</a:t>
            </a:r>
            <a:r>
              <a:rPr lang="en-US" dirty="0"/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C22CDD-EE1A-FFC5-394D-DB4DD7D3FAF6}"/>
              </a:ext>
            </a:extLst>
          </p:cNvPr>
          <p:cNvSpPr txBox="1"/>
          <p:nvPr/>
        </p:nvSpPr>
        <p:spPr>
          <a:xfrm>
            <a:off x="504202" y="2015732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September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E1F638-76B9-C619-37FD-0837726C73F1}"/>
              </a:ext>
            </a:extLst>
          </p:cNvPr>
          <p:cNvSpPr txBox="1"/>
          <p:nvPr/>
        </p:nvSpPr>
        <p:spPr>
          <a:xfrm>
            <a:off x="2578923" y="2015732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October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B8C495-6900-A4A3-ACC8-40D15B40DECF}"/>
              </a:ext>
            </a:extLst>
          </p:cNvPr>
          <p:cNvSpPr txBox="1"/>
          <p:nvPr/>
        </p:nvSpPr>
        <p:spPr>
          <a:xfrm>
            <a:off x="6278517" y="2019783"/>
            <a:ext cx="120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January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BF94C3-9409-EB07-44AF-E2BC52D92028}"/>
              </a:ext>
            </a:extLst>
          </p:cNvPr>
          <p:cNvSpPr txBox="1"/>
          <p:nvPr/>
        </p:nvSpPr>
        <p:spPr>
          <a:xfrm>
            <a:off x="4604756" y="2012457"/>
            <a:ext cx="1190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November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156FF0-38F8-E649-4319-1329353B4274}"/>
              </a:ext>
            </a:extLst>
          </p:cNvPr>
          <p:cNvSpPr txBox="1"/>
          <p:nvPr/>
        </p:nvSpPr>
        <p:spPr>
          <a:xfrm>
            <a:off x="4271291" y="2941175"/>
            <a:ext cx="15243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Integrating our code with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frontend by Figma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Releasing beta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9B4E5F-4D50-BCC3-D53C-8E11DB50DEFD}"/>
              </a:ext>
            </a:extLst>
          </p:cNvPr>
          <p:cNvSpPr/>
          <p:nvPr/>
        </p:nvSpPr>
        <p:spPr>
          <a:xfrm>
            <a:off x="8411906" y="2382850"/>
            <a:ext cx="45719" cy="2410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68E924-8BB3-7C97-FEB6-6CC3DA8A62AF}"/>
              </a:ext>
            </a:extLst>
          </p:cNvPr>
          <p:cNvSpPr txBox="1"/>
          <p:nvPr/>
        </p:nvSpPr>
        <p:spPr>
          <a:xfrm>
            <a:off x="8359241" y="2006399"/>
            <a:ext cx="102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February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4FF176-AA2B-066C-69B7-27DB2CFFB769}"/>
              </a:ext>
            </a:extLst>
          </p:cNvPr>
          <p:cNvSpPr txBox="1"/>
          <p:nvPr/>
        </p:nvSpPr>
        <p:spPr>
          <a:xfrm>
            <a:off x="8571432" y="2941175"/>
            <a:ext cx="2760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Separating fire detection script code from server so that server code could be run in AWS</a:t>
            </a:r>
          </a:p>
        </p:txBody>
      </p:sp>
    </p:spTree>
    <p:extLst>
      <p:ext uri="{BB962C8B-B14F-4D97-AF65-F5344CB8AC3E}">
        <p14:creationId xmlns:p14="http://schemas.microsoft.com/office/powerpoint/2010/main" val="4107457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2CBF5-FAA1-541C-4243-DCC398BC8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with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C6DAA-C71B-79C1-C302-1BBA0E904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Communicate with Slack anytime we or client have questions.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Meeting every Friday to show our progress and get feedback</a:t>
            </a:r>
          </a:p>
          <a:p>
            <a:pPr>
              <a:lnSpc>
                <a:spcPct val="20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36064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5D83-4158-765D-28BE-87B25FBE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with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60B14-2A91-2D27-3C7E-2D253C2D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sz="2400" dirty="0"/>
              <a:t>Meet every Monday and assign the task for each.</a:t>
            </a:r>
            <a:endParaRPr lang="en-US" sz="2400" dirty="0"/>
          </a:p>
          <a:p>
            <a:pPr>
              <a:lnSpc>
                <a:spcPct val="200000"/>
              </a:lnSpc>
            </a:pPr>
            <a:r>
              <a:rPr lang="en-US" sz="2400" dirty="0"/>
              <a:t>Communicate on group chat so that we can discuss on a certain topic.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Point out the possible issue when someone make a pull request.</a:t>
            </a:r>
          </a:p>
          <a:p>
            <a:pPr>
              <a:lnSpc>
                <a:spcPct val="200000"/>
              </a:lnSpc>
            </a:pPr>
            <a:endParaRPr lang="en-US" sz="2400" dirty="0"/>
          </a:p>
          <a:p>
            <a:pPr>
              <a:lnSpc>
                <a:spcPct val="2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13822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2338C-AD82-D02C-9E0F-B4C47D514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3309B-8D7C-6F2B-F1E3-372F38F65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256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DF30-A60C-CFB8-A383-DC0CD6B1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5D696-23C5-586F-B8B3-7802E770B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09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18B3-EC95-2292-F6AD-45C7FDB61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</a:t>
            </a:r>
            <a:r>
              <a:rPr lang="en-US" dirty="0"/>
              <a:t> </a:t>
            </a:r>
            <a:r>
              <a:rPr lang="en-GB" dirty="0"/>
              <a:t>we</a:t>
            </a:r>
            <a:r>
              <a:rPr lang="en-US" dirty="0"/>
              <a:t> left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58606-1212-DB9D-D85B-B3AE6E420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Making log in system so that website can save user’s data.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369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BDDB-9ADC-2869-F9D5-C23A65673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have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6BF7A-14DD-B2B5-6F91-CCEBB886C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1.  How to proceed a large-scale project with a number of</a:t>
            </a:r>
            <a:r>
              <a:rPr lang="en-GB" sz="2400" dirty="0"/>
              <a:t> people.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2.  How to use several software tools for the certain purposes. (</a:t>
            </a:r>
            <a:r>
              <a:rPr lang="en-GB" sz="2400" dirty="0" err="1"/>
              <a:t>Github</a:t>
            </a:r>
            <a:r>
              <a:rPr lang="en-GB" sz="2400" dirty="0"/>
              <a:t>,  Figma, Docker..)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3.  How can we communicate with client as it is the actual working – environment.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59949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172</TotalTime>
  <Words>378</Words>
  <Application>Microsoft Macintosh PowerPoint</Application>
  <PresentationFormat>Widescreen</PresentationFormat>
  <Paragraphs>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-apple-system</vt:lpstr>
      <vt:lpstr>Arial</vt:lpstr>
      <vt:lpstr>Gill Sans MT</vt:lpstr>
      <vt:lpstr>Gallery</vt:lpstr>
      <vt:lpstr>ML/Ai prediction</vt:lpstr>
      <vt:lpstr>What is our project?</vt:lpstr>
      <vt:lpstr>stakeholders</vt:lpstr>
      <vt:lpstr>User story</vt:lpstr>
      <vt:lpstr>Demo</vt:lpstr>
      <vt:lpstr>Challenges</vt:lpstr>
      <vt:lpstr>software</vt:lpstr>
      <vt:lpstr>People</vt:lpstr>
      <vt:lpstr>Timeline</vt:lpstr>
      <vt:lpstr>Month to month workflow</vt:lpstr>
      <vt:lpstr>communication with client</vt:lpstr>
      <vt:lpstr>Communication with team</vt:lpstr>
      <vt:lpstr>Continuous integration</vt:lpstr>
      <vt:lpstr>Continuous deployment</vt:lpstr>
      <vt:lpstr>What we left</vt:lpstr>
      <vt:lpstr>What we have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Kim</dc:creator>
  <cp:lastModifiedBy>Daniel Kim</cp:lastModifiedBy>
  <cp:revision>4</cp:revision>
  <dcterms:created xsi:type="dcterms:W3CDTF">2025-02-24T17:53:03Z</dcterms:created>
  <dcterms:modified xsi:type="dcterms:W3CDTF">2025-02-24T22:19:32Z</dcterms:modified>
</cp:coreProperties>
</file>