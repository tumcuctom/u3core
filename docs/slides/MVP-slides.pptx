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  <p:sldMasterId id="214748369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Inter Tight Medium"/>
      <p:regular r:id="rId25"/>
      <p:bold r:id="rId26"/>
      <p:italic r:id="rId27"/>
      <p:boldItalic r:id="rId28"/>
    </p:embeddedFont>
    <p:embeddedFont>
      <p:font typeface="Inter Tight"/>
      <p:regular r:id="rId29"/>
      <p:bold r:id="rId30"/>
      <p:italic r:id="rId31"/>
      <p:boldItalic r:id="rId32"/>
    </p:embeddedFont>
    <p:embeddedFont>
      <p:font typeface="Inter Tight SemiBold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TightMedium-bold.fntdata"/><Relationship Id="rId25" Type="http://schemas.openxmlformats.org/officeDocument/2006/relationships/font" Target="fonts/InterTightMedium-regular.fntdata"/><Relationship Id="rId28" Type="http://schemas.openxmlformats.org/officeDocument/2006/relationships/font" Target="fonts/InterTightMedium-boldItalic.fntdata"/><Relationship Id="rId27" Type="http://schemas.openxmlformats.org/officeDocument/2006/relationships/font" Target="fonts/InterTightMedium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T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Tight-italic.fntdata"/><Relationship Id="rId30" Type="http://schemas.openxmlformats.org/officeDocument/2006/relationships/font" Target="fonts/InterTight-bold.fntdata"/><Relationship Id="rId11" Type="http://schemas.openxmlformats.org/officeDocument/2006/relationships/slide" Target="slides/slide5.xml"/><Relationship Id="rId33" Type="http://schemas.openxmlformats.org/officeDocument/2006/relationships/font" Target="fonts/InterTightSemiBold-regular.fntdata"/><Relationship Id="rId10" Type="http://schemas.openxmlformats.org/officeDocument/2006/relationships/slide" Target="slides/slide4.xml"/><Relationship Id="rId32" Type="http://schemas.openxmlformats.org/officeDocument/2006/relationships/font" Target="fonts/InterTight-boldItalic.fntdata"/><Relationship Id="rId13" Type="http://schemas.openxmlformats.org/officeDocument/2006/relationships/slide" Target="slides/slide7.xml"/><Relationship Id="rId35" Type="http://schemas.openxmlformats.org/officeDocument/2006/relationships/font" Target="fonts/InterTightSemiBold-italic.fntdata"/><Relationship Id="rId12" Type="http://schemas.openxmlformats.org/officeDocument/2006/relationships/slide" Target="slides/slide6.xml"/><Relationship Id="rId34" Type="http://schemas.openxmlformats.org/officeDocument/2006/relationships/font" Target="fonts/InterTightSemiBold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InterTightSemiBold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17371d4c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17371d4c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17371d4c0d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17371d4c0d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17371d4c0d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17371d4c0d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17371d4c0d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17371d4c0d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17371d4c0d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17371d4c0d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17371d4c0d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17371d4c0d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17371d4c0d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17371d4c0d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17371d4c0d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17371d4c0d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17371d4c0d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17371d4c0d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17371d4c0d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17371d4c0d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17371d4c0d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17371d4c0d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17371d4c0d_8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17371d4c0d_8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17371d4c0d_8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17371d4c0d_8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17371d4c0d_8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17371d4c0d_8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17371d4c0d_8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17371d4c0d_8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17371d4c0d_8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17371d4c0d_8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17371d4c0d_8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17371d4c0d_8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17371d4c0d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17371d4c0d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 rot="299808">
            <a:off x="124383" y="-559521"/>
            <a:ext cx="8900029" cy="6258229"/>
            <a:chOff x="124223" y="-559280"/>
            <a:chExt cx="8900025" cy="6258226"/>
          </a:xfrm>
        </p:grpSpPr>
        <p:grpSp>
          <p:nvGrpSpPr>
            <p:cNvPr id="56" name="Google Shape;56;p14"/>
            <p:cNvGrpSpPr/>
            <p:nvPr/>
          </p:nvGrpSpPr>
          <p:grpSpPr>
            <a:xfrm>
              <a:off x="124223" y="-78561"/>
              <a:ext cx="8900025" cy="5296800"/>
              <a:chOff x="124223" y="-78561"/>
              <a:chExt cx="8900025" cy="5296800"/>
            </a:xfrm>
          </p:grpSpPr>
          <p:sp>
            <p:nvSpPr>
              <p:cNvPr id="57" name="Google Shape;57;p14"/>
              <p:cNvSpPr/>
              <p:nvPr/>
            </p:nvSpPr>
            <p:spPr>
              <a:xfrm rot="-1623">
                <a:off x="7117071" y="2014308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8" name="Google Shape;58;p14"/>
              <p:cNvSpPr/>
              <p:nvPr/>
            </p:nvSpPr>
            <p:spPr>
              <a:xfrm flipH="1" rot="-1487">
                <a:off x="124823" y="-77211"/>
                <a:ext cx="6242101" cy="5294100"/>
              </a:xfrm>
              <a:prstGeom prst="snip1Rect">
                <a:avLst>
                  <a:gd fmla="val 4248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59" name="Google Shape;59;p14"/>
              <p:cNvSpPr/>
              <p:nvPr/>
            </p:nvSpPr>
            <p:spPr>
              <a:xfrm flipH="1" rot="10798513">
                <a:off x="2781248" y="-76291"/>
                <a:ext cx="6242401" cy="5289900"/>
              </a:xfrm>
              <a:prstGeom prst="snip1Rect">
                <a:avLst>
                  <a:gd fmla="val 4249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 rot="-1623">
                <a:off x="125118" y="1250275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61" name="Google Shape;61;p14"/>
            <p:cNvSpPr/>
            <p:nvPr/>
          </p:nvSpPr>
          <p:spPr>
            <a:xfrm rot="-4516116">
              <a:off x="314265" y="-331820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 rot="6283884">
              <a:off x="6963097" y="3633506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63" name="Google Shape;63;p14"/>
          <p:cNvSpPr txBox="1"/>
          <p:nvPr>
            <p:ph type="ctrTitle"/>
          </p:nvPr>
        </p:nvSpPr>
        <p:spPr>
          <a:xfrm>
            <a:off x="1826325" y="1559575"/>
            <a:ext cx="54948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1826325" y="3252475"/>
            <a:ext cx="5494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3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6" name="Google Shape;106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7" name="Google Shape;107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8" name="Google Shape;108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9" name="Google Shape;109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" name="Google Shape;110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14" name="Google Shape;114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9" name="Google Shape;119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0" name="Google Shape;120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1" name="Google Shape;121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2" name="Google Shape;122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6" name="Google Shape;126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9" name="Google Shape;129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" name="Google Shape;130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1" name="Google Shape;131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8" name="Google Shape;138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9" name="Google Shape;139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0" name="Google Shape;140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1" name="Google Shape;141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2" name="Google Shape;142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9" name="Google Shape;149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2" name="Google Shape;15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5" name="Google Shape;155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8" name="Google Shape;158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1" name="Google Shape;161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3" name="Google Shape;16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6" name="Google Shape;166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7" name="Google Shape;167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" name="Google Shape;180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35"/>
          <p:cNvGrpSpPr/>
          <p:nvPr/>
        </p:nvGrpSpPr>
        <p:grpSpPr>
          <a:xfrm>
            <a:off x="75" y="256675"/>
            <a:ext cx="3798141" cy="1190474"/>
            <a:chOff x="75" y="256675"/>
            <a:chExt cx="3798141" cy="1190474"/>
          </a:xfrm>
        </p:grpSpPr>
        <p:sp>
          <p:nvSpPr>
            <p:cNvPr id="185" name="Google Shape;185;p35"/>
            <p:cNvSpPr/>
            <p:nvPr/>
          </p:nvSpPr>
          <p:spPr>
            <a:xfrm flipH="1" rot="10800000">
              <a:off x="75" y="256675"/>
              <a:ext cx="3798000" cy="11904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6" name="Google Shape;186;p35"/>
            <p:cNvSpPr/>
            <p:nvPr/>
          </p:nvSpPr>
          <p:spPr>
            <a:xfrm flipH="1" rot="-10795068">
              <a:off x="3380016" y="1028349"/>
              <a:ext cx="418200" cy="418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87" name="Google Shape;187;p35"/>
          <p:cNvSpPr txBox="1"/>
          <p:nvPr>
            <p:ph type="title"/>
          </p:nvPr>
        </p:nvSpPr>
        <p:spPr>
          <a:xfrm>
            <a:off x="333925" y="544250"/>
            <a:ext cx="3039900" cy="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p35"/>
          <p:cNvSpPr txBox="1"/>
          <p:nvPr>
            <p:ph idx="1" type="subTitle"/>
          </p:nvPr>
        </p:nvSpPr>
        <p:spPr>
          <a:xfrm>
            <a:off x="1149126" y="23485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89" name="Google Shape;189;p35"/>
          <p:cNvSpPr txBox="1"/>
          <p:nvPr>
            <p:ph idx="2" type="subTitle"/>
          </p:nvPr>
        </p:nvSpPr>
        <p:spPr>
          <a:xfrm>
            <a:off x="1149126" y="2802869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3" type="subTitle"/>
          </p:nvPr>
        </p:nvSpPr>
        <p:spPr>
          <a:xfrm>
            <a:off x="1149126" y="3257187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4" type="subTitle"/>
          </p:nvPr>
        </p:nvSpPr>
        <p:spPr>
          <a:xfrm>
            <a:off x="1149126" y="371150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5" type="subTitle"/>
          </p:nvPr>
        </p:nvSpPr>
        <p:spPr>
          <a:xfrm>
            <a:off x="1149126" y="41658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6" type="subTitle"/>
          </p:nvPr>
        </p:nvSpPr>
        <p:spPr>
          <a:xfrm>
            <a:off x="5327851" y="23485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4" name="Google Shape;194;p35"/>
          <p:cNvSpPr txBox="1"/>
          <p:nvPr>
            <p:ph idx="7" type="subTitle"/>
          </p:nvPr>
        </p:nvSpPr>
        <p:spPr>
          <a:xfrm>
            <a:off x="5327851" y="2802869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5" name="Google Shape;195;p35"/>
          <p:cNvSpPr txBox="1"/>
          <p:nvPr>
            <p:ph idx="8" type="subTitle"/>
          </p:nvPr>
        </p:nvSpPr>
        <p:spPr>
          <a:xfrm>
            <a:off x="5327851" y="3257187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6" name="Google Shape;196;p35"/>
          <p:cNvSpPr txBox="1"/>
          <p:nvPr>
            <p:ph idx="9" type="subTitle"/>
          </p:nvPr>
        </p:nvSpPr>
        <p:spPr>
          <a:xfrm>
            <a:off x="5327851" y="371150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7" name="Google Shape;197;p35"/>
          <p:cNvSpPr txBox="1"/>
          <p:nvPr>
            <p:ph idx="13" type="subTitle"/>
          </p:nvPr>
        </p:nvSpPr>
        <p:spPr>
          <a:xfrm>
            <a:off x="5327851" y="41658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s" type="tx">
  <p:cSld name="TITLE_AND_BODY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0" name="Google Shape;200;p36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1" name="Google Shape;201;p36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36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03" name="Google Shape;203;p36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36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05" name="Google Shape;205;p36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ITLE_AND_BODY_1"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8" name="Google Shape;208;p37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9" name="Google Shape;209;p37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7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7"/>
          <p:cNvSpPr txBox="1"/>
          <p:nvPr>
            <p:ph idx="1" type="subTitle"/>
          </p:nvPr>
        </p:nvSpPr>
        <p:spPr>
          <a:xfrm>
            <a:off x="381082" y="1182925"/>
            <a:ext cx="41490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12" name="Google Shape;212;p37"/>
          <p:cNvSpPr txBox="1"/>
          <p:nvPr>
            <p:ph idx="4" type="body"/>
          </p:nvPr>
        </p:nvSpPr>
        <p:spPr>
          <a:xfrm>
            <a:off x="381082" y="1521627"/>
            <a:ext cx="4149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3" name="Google Shape;213;p37"/>
          <p:cNvSpPr txBox="1"/>
          <p:nvPr>
            <p:ph idx="5" type="subTitle"/>
          </p:nvPr>
        </p:nvSpPr>
        <p:spPr>
          <a:xfrm>
            <a:off x="4566932" y="1182925"/>
            <a:ext cx="41490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14" name="Google Shape;214;p37"/>
          <p:cNvSpPr txBox="1"/>
          <p:nvPr>
            <p:ph idx="6" type="body"/>
          </p:nvPr>
        </p:nvSpPr>
        <p:spPr>
          <a:xfrm>
            <a:off x="4566932" y="1521627"/>
            <a:ext cx="4149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5" name="Google Shape;215;p37"/>
          <p:cNvSpPr txBox="1"/>
          <p:nvPr>
            <p:ph idx="7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16" name="Google Shape;216;p37"/>
          <p:cNvSpPr txBox="1"/>
          <p:nvPr>
            <p:ph idx="8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woColTx">
  <p:cSld name="TITLE_AND_TWO_COLUMNS">
    <p:bg>
      <p:bgPr>
        <a:solidFill>
          <a:schemeClr val="lt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38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219" name="Google Shape;219;p38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20" name="Google Shape;220;p38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21" name="Google Shape;221;p38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22" name="Google Shape;222;p38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23" name="Google Shape;223;p38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8"/>
          <p:cNvSpPr txBox="1"/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38"/>
          <p:cNvSpPr txBox="1"/>
          <p:nvPr>
            <p:ph idx="1" type="body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38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27" name="Google Shape;227;p38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 type="titleOnly">
  <p:cSld name="TITLE_ONLY"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/>
          <p:nvPr>
            <p:ph idx="2" type="pic"/>
          </p:nvPr>
        </p:nvSpPr>
        <p:spPr>
          <a:xfrm rot="299866">
            <a:off x="764484" y="2679783"/>
            <a:ext cx="1938771" cy="1938771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0" name="Google Shape;230;p39"/>
          <p:cNvSpPr/>
          <p:nvPr>
            <p:ph idx="3" type="pic"/>
          </p:nvPr>
        </p:nvSpPr>
        <p:spPr>
          <a:xfrm rot="-299913">
            <a:off x="3602840" y="2620826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1" name="Google Shape;231;p39"/>
          <p:cNvSpPr/>
          <p:nvPr>
            <p:ph idx="4" type="pic"/>
          </p:nvPr>
        </p:nvSpPr>
        <p:spPr>
          <a:xfrm rot="299913">
            <a:off x="6440891" y="2679947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2" name="Google Shape;232;p39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9"/>
          <p:cNvSpPr txBox="1"/>
          <p:nvPr>
            <p:ph idx="1" type="subTitle"/>
          </p:nvPr>
        </p:nvSpPr>
        <p:spPr>
          <a:xfrm>
            <a:off x="381063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34" name="Google Shape;234;p39"/>
          <p:cNvSpPr txBox="1"/>
          <p:nvPr>
            <p:ph idx="5" type="body"/>
          </p:nvPr>
        </p:nvSpPr>
        <p:spPr>
          <a:xfrm>
            <a:off x="381063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5" name="Google Shape;235;p39"/>
          <p:cNvSpPr txBox="1"/>
          <p:nvPr>
            <p:ph idx="6" type="subTitle"/>
          </p:nvPr>
        </p:nvSpPr>
        <p:spPr>
          <a:xfrm>
            <a:off x="3219300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36" name="Google Shape;236;p39"/>
          <p:cNvSpPr txBox="1"/>
          <p:nvPr>
            <p:ph idx="7" type="body"/>
          </p:nvPr>
        </p:nvSpPr>
        <p:spPr>
          <a:xfrm>
            <a:off x="3219300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7" name="Google Shape;237;p39"/>
          <p:cNvSpPr txBox="1"/>
          <p:nvPr>
            <p:ph idx="8" type="subTitle"/>
          </p:nvPr>
        </p:nvSpPr>
        <p:spPr>
          <a:xfrm>
            <a:off x="6057538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38" name="Google Shape;238;p39"/>
          <p:cNvSpPr txBox="1"/>
          <p:nvPr>
            <p:ph idx="9" type="body"/>
          </p:nvPr>
        </p:nvSpPr>
        <p:spPr>
          <a:xfrm>
            <a:off x="6057538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9" name="Google Shape;239;p39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0" name="Google Shape;240;p39"/>
          <p:cNvSpPr txBox="1"/>
          <p:nvPr>
            <p:ph idx="1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41" name="Google Shape;241;p39"/>
          <p:cNvSpPr txBox="1"/>
          <p:nvPr>
            <p:ph idx="1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1">
  <p:cSld name="ONE_COLUMN_TEXT"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/>
          <p:nvPr>
            <p:ph idx="2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44" name="Google Shape;244;p40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40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6" name="Google Shape;246;p40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47" name="Google Shape;247;p40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48" name="Google Shape;248;p40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left">
  <p:cSld name="ONE_COLUMN_TEXT_1"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41"/>
          <p:cNvGrpSpPr/>
          <p:nvPr/>
        </p:nvGrpSpPr>
        <p:grpSpPr>
          <a:xfrm>
            <a:off x="433788" y="1202208"/>
            <a:ext cx="2632899" cy="904617"/>
            <a:chOff x="433788" y="1202208"/>
            <a:chExt cx="2632899" cy="904617"/>
          </a:xfrm>
        </p:grpSpPr>
        <p:sp>
          <p:nvSpPr>
            <p:cNvPr id="251" name="Google Shape;251;p41"/>
            <p:cNvSpPr/>
            <p:nvPr/>
          </p:nvSpPr>
          <p:spPr>
            <a:xfrm>
              <a:off x="433788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2" name="Google Shape;252;p41"/>
            <p:cNvSpPr/>
            <p:nvPr/>
          </p:nvSpPr>
          <p:spPr>
            <a:xfrm rot="-6523">
              <a:off x="2750486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3" name="Google Shape;253;p41"/>
          <p:cNvSpPr txBox="1"/>
          <p:nvPr>
            <p:ph idx="1" type="subTitle"/>
          </p:nvPr>
        </p:nvSpPr>
        <p:spPr>
          <a:xfrm>
            <a:off x="437000" y="1202200"/>
            <a:ext cx="2322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54" name="Google Shape;254;p41"/>
          <p:cNvSpPr txBox="1"/>
          <p:nvPr>
            <p:ph idx="2" type="body"/>
          </p:nvPr>
        </p:nvSpPr>
        <p:spPr>
          <a:xfrm>
            <a:off x="437000" y="1460325"/>
            <a:ext cx="26328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41"/>
          <p:cNvSpPr/>
          <p:nvPr>
            <p:ph idx="3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56" name="Google Shape;256;p41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41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8" name="Google Shape;258;p41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59" name="Google Shape;259;p41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  <p15:guide id="2" orient="horz" pos="1353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middle">
  <p:cSld name="ONE_COLUMN_TEXT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42"/>
          <p:cNvGrpSpPr/>
          <p:nvPr/>
        </p:nvGrpSpPr>
        <p:grpSpPr>
          <a:xfrm>
            <a:off x="3253950" y="1202208"/>
            <a:ext cx="2632899" cy="904617"/>
            <a:chOff x="3253950" y="1202208"/>
            <a:chExt cx="2632899" cy="904617"/>
          </a:xfrm>
        </p:grpSpPr>
        <p:sp>
          <p:nvSpPr>
            <p:cNvPr id="262" name="Google Shape;262;p42"/>
            <p:cNvSpPr/>
            <p:nvPr/>
          </p:nvSpPr>
          <p:spPr>
            <a:xfrm>
              <a:off x="3253950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3" name="Google Shape;263;p42"/>
            <p:cNvSpPr/>
            <p:nvPr/>
          </p:nvSpPr>
          <p:spPr>
            <a:xfrm rot="-6523">
              <a:off x="5570649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64" name="Google Shape;264;p42"/>
          <p:cNvSpPr txBox="1"/>
          <p:nvPr>
            <p:ph idx="1" type="subTitle"/>
          </p:nvPr>
        </p:nvSpPr>
        <p:spPr>
          <a:xfrm>
            <a:off x="3257163" y="1202200"/>
            <a:ext cx="2322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65" name="Google Shape;265;p42"/>
          <p:cNvSpPr txBox="1"/>
          <p:nvPr>
            <p:ph idx="2" type="body"/>
          </p:nvPr>
        </p:nvSpPr>
        <p:spPr>
          <a:xfrm>
            <a:off x="3257163" y="1460325"/>
            <a:ext cx="26328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42"/>
          <p:cNvSpPr/>
          <p:nvPr>
            <p:ph idx="3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67" name="Google Shape;267;p42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42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9" name="Google Shape;269;p42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70" name="Google Shape;270;p42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right, long text">
  <p:cSld name="ONE_COLUMN_TEXT_1_1"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/>
          <p:nvPr/>
        </p:nvSpPr>
        <p:spPr>
          <a:xfrm>
            <a:off x="3253825" y="1202325"/>
            <a:ext cx="5453100" cy="904500"/>
          </a:xfrm>
          <a:prstGeom prst="snip1Rect">
            <a:avLst>
              <a:gd fmla="val 350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73" name="Google Shape;273;p43"/>
          <p:cNvSpPr txBox="1"/>
          <p:nvPr>
            <p:ph idx="1" type="subTitle"/>
          </p:nvPr>
        </p:nvSpPr>
        <p:spPr>
          <a:xfrm>
            <a:off x="3253950" y="1202200"/>
            <a:ext cx="5136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74" name="Google Shape;274;p43"/>
          <p:cNvSpPr/>
          <p:nvPr>
            <p:ph idx="2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75" name="Google Shape;275;p43"/>
          <p:cNvSpPr txBox="1"/>
          <p:nvPr>
            <p:ph idx="3" type="body"/>
          </p:nvPr>
        </p:nvSpPr>
        <p:spPr>
          <a:xfrm>
            <a:off x="3253950" y="1460325"/>
            <a:ext cx="5453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43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43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" name="Google Shape;278;p43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79" name="Google Shape;279;p43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80" name="Google Shape;280;p43"/>
          <p:cNvSpPr/>
          <p:nvPr/>
        </p:nvSpPr>
        <p:spPr>
          <a:xfrm rot="-6523">
            <a:off x="8390811" y="1202508"/>
            <a:ext cx="316201" cy="318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44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283" name="Google Shape;283;p44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84" name="Google Shape;284;p44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85" name="Google Shape;285;p44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86" name="Google Shape;286;p44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87" name="Google Shape;287;p44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44"/>
          <p:cNvSpPr txBox="1"/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9" name="Google Shape;289;p44"/>
          <p:cNvSpPr txBox="1"/>
          <p:nvPr>
            <p:ph idx="1" type="body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44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91" name="Google Shape;291;p44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2">
  <p:cSld name="MAIN_POINT"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/>
          <p:nvPr>
            <p:ph idx="2" type="pic"/>
          </p:nvPr>
        </p:nvSpPr>
        <p:spPr>
          <a:xfrm rot="300107">
            <a:off x="4903200" y="846465"/>
            <a:ext cx="3950142" cy="3456249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4" name="Google Shape;294;p45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45"/>
          <p:cNvSpPr txBox="1"/>
          <p:nvPr>
            <p:ph type="title"/>
          </p:nvPr>
        </p:nvSpPr>
        <p:spPr>
          <a:xfrm>
            <a:off x="3339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6" name="Google Shape;296;p45"/>
          <p:cNvSpPr txBox="1"/>
          <p:nvPr>
            <p:ph idx="1" type="body"/>
          </p:nvPr>
        </p:nvSpPr>
        <p:spPr>
          <a:xfrm>
            <a:off x="333925" y="2291390"/>
            <a:ext cx="36621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97" name="Google Shape;297;p45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98" name="Google Shape;298;p45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3">
  <p:cSld name="MAIN_POINT_1">
    <p:bg>
      <p:bgPr>
        <a:solidFill>
          <a:schemeClr val="lt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/>
          <p:nvPr>
            <p:ph idx="2" type="pic"/>
          </p:nvPr>
        </p:nvSpPr>
        <p:spPr>
          <a:xfrm rot="-300067">
            <a:off x="550589" y="883785"/>
            <a:ext cx="3630622" cy="3658027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6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46"/>
          <p:cNvSpPr txBox="1"/>
          <p:nvPr>
            <p:ph type="title"/>
          </p:nvPr>
        </p:nvSpPr>
        <p:spPr>
          <a:xfrm>
            <a:off x="52046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3" name="Google Shape;303;p46"/>
          <p:cNvSpPr txBox="1"/>
          <p:nvPr>
            <p:ph idx="1" type="body"/>
          </p:nvPr>
        </p:nvSpPr>
        <p:spPr>
          <a:xfrm>
            <a:off x="5204625" y="2291390"/>
            <a:ext cx="36621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304" name="Google Shape;304;p46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05" name="Google Shape;305;p46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and descriptions">
  <p:cSld name="SECTION_TITLE_AND_DESCRIPTION"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7"/>
          <p:cNvSpPr/>
          <p:nvPr>
            <p:ph idx="2" type="pic"/>
          </p:nvPr>
        </p:nvSpPr>
        <p:spPr>
          <a:xfrm>
            <a:off x="3544863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08" name="Google Shape;308;p47"/>
          <p:cNvSpPr/>
          <p:nvPr>
            <p:ph idx="3" type="pic"/>
          </p:nvPr>
        </p:nvSpPr>
        <p:spPr>
          <a:xfrm>
            <a:off x="6658538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09" name="Google Shape;309;p47"/>
          <p:cNvSpPr/>
          <p:nvPr>
            <p:ph idx="4" type="pic"/>
          </p:nvPr>
        </p:nvSpPr>
        <p:spPr>
          <a:xfrm>
            <a:off x="431200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10" name="Google Shape;310;p47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47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2" name="Google Shape;312;p47"/>
          <p:cNvSpPr txBox="1"/>
          <p:nvPr>
            <p:ph idx="1" type="subTitle"/>
          </p:nvPr>
        </p:nvSpPr>
        <p:spPr>
          <a:xfrm>
            <a:off x="381100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13" name="Google Shape;313;p47"/>
          <p:cNvSpPr txBox="1"/>
          <p:nvPr>
            <p:ph idx="5" type="subTitle"/>
          </p:nvPr>
        </p:nvSpPr>
        <p:spPr>
          <a:xfrm>
            <a:off x="3494775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14" name="Google Shape;314;p47"/>
          <p:cNvSpPr txBox="1"/>
          <p:nvPr>
            <p:ph idx="6" type="subTitle"/>
          </p:nvPr>
        </p:nvSpPr>
        <p:spPr>
          <a:xfrm>
            <a:off x="6608438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15" name="Google Shape;315;p47"/>
          <p:cNvSpPr txBox="1"/>
          <p:nvPr>
            <p:ph idx="7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16" name="Google Shape;316;p47"/>
          <p:cNvSpPr txBox="1"/>
          <p:nvPr>
            <p:ph idx="8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wo column bullet points">
  <p:cSld name="CAPTION_ONLY">
    <p:bg>
      <p:bgPr>
        <a:solidFill>
          <a:schemeClr val="lt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48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319" name="Google Shape;319;p48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20" name="Google Shape;320;p48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21" name="Google Shape;321;p48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22" name="Google Shape;322;p48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23" name="Google Shape;323;p48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48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48"/>
          <p:cNvSpPr txBox="1"/>
          <p:nvPr>
            <p:ph idx="1" type="body"/>
          </p:nvPr>
        </p:nvSpPr>
        <p:spPr>
          <a:xfrm>
            <a:off x="333925" y="2291377"/>
            <a:ext cx="36621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48"/>
          <p:cNvSpPr txBox="1"/>
          <p:nvPr>
            <p:ph idx="2" type="body"/>
          </p:nvPr>
        </p:nvSpPr>
        <p:spPr>
          <a:xfrm>
            <a:off x="4595076" y="2291377"/>
            <a:ext cx="36621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48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28" name="Google Shape;328;p48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eck for understanding">
  <p:cSld name="CAPTION_ONLY_1">
    <p:bg>
      <p:bgPr>
        <a:solidFill>
          <a:schemeClr val="lt1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49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sp>
          <p:nvSpPr>
            <p:cNvPr id="331" name="Google Shape;331;p49"/>
            <p:cNvSpPr/>
            <p:nvPr/>
          </p:nvSpPr>
          <p:spPr>
            <a:xfrm>
              <a:off x="0" y="100"/>
              <a:ext cx="9144000" cy="5143500"/>
            </a:xfrm>
            <a:prstGeom prst="snip1Rect">
              <a:avLst>
                <a:gd fmla="val 4086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32" name="Google Shape;332;p49"/>
            <p:cNvSpPr/>
            <p:nvPr/>
          </p:nvSpPr>
          <p:spPr>
            <a:xfrm rot="10800000">
              <a:off x="7036475" y="1219850"/>
              <a:ext cx="2107500" cy="186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33" name="Google Shape;333;p49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34" name="Google Shape;334;p49"/>
          <p:cNvSpPr txBox="1"/>
          <p:nvPr>
            <p:ph idx="1" type="body"/>
          </p:nvPr>
        </p:nvSpPr>
        <p:spPr>
          <a:xfrm>
            <a:off x="333925" y="3630575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5" name="Google Shape;335;p49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49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49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38" name="Google Shape;338;p49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39" name="Google Shape;339;p49"/>
          <p:cNvSpPr txBox="1"/>
          <p:nvPr>
            <p:ph idx="4" type="body"/>
          </p:nvPr>
        </p:nvSpPr>
        <p:spPr>
          <a:xfrm>
            <a:off x="333925" y="3184176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49"/>
          <p:cNvSpPr txBox="1"/>
          <p:nvPr>
            <p:ph idx="5" type="body"/>
          </p:nvPr>
        </p:nvSpPr>
        <p:spPr>
          <a:xfrm>
            <a:off x="333925" y="2737776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49"/>
          <p:cNvSpPr txBox="1"/>
          <p:nvPr>
            <p:ph idx="6" type="body"/>
          </p:nvPr>
        </p:nvSpPr>
        <p:spPr>
          <a:xfrm>
            <a:off x="333925" y="2291377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ype">
  <p:cSld name="BIG_NUMBER">
    <p:bg>
      <p:bgPr>
        <a:solidFill>
          <a:schemeClr val="lt2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0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50"/>
          <p:cNvSpPr txBox="1"/>
          <p:nvPr/>
        </p:nvSpPr>
        <p:spPr>
          <a:xfrm>
            <a:off x="2479675" y="2285400"/>
            <a:ext cx="418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Questions?</a:t>
            </a:r>
            <a:endParaRPr sz="2800">
              <a:solidFill>
                <a:schemeClr val="lt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grpSp>
        <p:nvGrpSpPr>
          <p:cNvPr id="345" name="Google Shape;345;p50"/>
          <p:cNvGrpSpPr/>
          <p:nvPr/>
        </p:nvGrpSpPr>
        <p:grpSpPr>
          <a:xfrm rot="300150">
            <a:off x="1277165" y="536719"/>
            <a:ext cx="6594752" cy="4068617"/>
            <a:chOff x="1277284" y="536521"/>
            <a:chExt cx="6594691" cy="4068580"/>
          </a:xfrm>
        </p:grpSpPr>
        <p:grpSp>
          <p:nvGrpSpPr>
            <p:cNvPr id="346" name="Google Shape;346;p50"/>
            <p:cNvGrpSpPr/>
            <p:nvPr/>
          </p:nvGrpSpPr>
          <p:grpSpPr>
            <a:xfrm>
              <a:off x="1277284" y="891662"/>
              <a:ext cx="6594077" cy="3357715"/>
              <a:chOff x="1277284" y="891662"/>
              <a:chExt cx="6594077" cy="3357715"/>
            </a:xfrm>
          </p:grpSpPr>
          <p:sp>
            <p:nvSpPr>
              <p:cNvPr id="347" name="Google Shape;347;p50"/>
              <p:cNvSpPr/>
              <p:nvPr/>
            </p:nvSpPr>
            <p:spPr>
              <a:xfrm rot="-2190">
                <a:off x="6458566" y="1876325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48" name="Google Shape;348;p50"/>
              <p:cNvSpPr/>
              <p:nvPr/>
            </p:nvSpPr>
            <p:spPr>
              <a:xfrm flipH="1" rot="-2453">
                <a:off x="1277283" y="893727"/>
                <a:ext cx="4625401" cy="3354000"/>
              </a:xfrm>
              <a:prstGeom prst="snip1Rect">
                <a:avLst>
                  <a:gd fmla="val 4969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49" name="Google Shape;349;p50"/>
              <p:cNvSpPr/>
              <p:nvPr/>
            </p:nvSpPr>
            <p:spPr>
              <a:xfrm flipH="1" rot="10797547">
                <a:off x="3245660" y="893312"/>
                <a:ext cx="4625701" cy="3354000"/>
              </a:xfrm>
              <a:prstGeom prst="snip1Rect">
                <a:avLst>
                  <a:gd fmla="val 4966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50" name="Google Shape;350;p50"/>
              <p:cNvSpPr/>
              <p:nvPr/>
            </p:nvSpPr>
            <p:spPr>
              <a:xfrm rot="-2190">
                <a:off x="1277395" y="1877958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51" name="Google Shape;351;p50"/>
            <p:cNvSpPr/>
            <p:nvPr/>
          </p:nvSpPr>
          <p:spPr>
            <a:xfrm rot="-4517241">
              <a:off x="1416960" y="705331"/>
              <a:ext cx="1386770" cy="13615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352" name="Google Shape;352;p50"/>
            <p:cNvSpPr/>
            <p:nvPr/>
          </p:nvSpPr>
          <p:spPr>
            <a:xfrm rot="6281922">
              <a:off x="6346470" y="3074659"/>
              <a:ext cx="1384510" cy="136318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53" name="Google Shape;353;p50"/>
          <p:cNvSpPr txBox="1"/>
          <p:nvPr>
            <p:ph type="title"/>
          </p:nvPr>
        </p:nvSpPr>
        <p:spPr>
          <a:xfrm>
            <a:off x="2479675" y="2285400"/>
            <a:ext cx="4184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4" name="Google Shape;354;p50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55" name="Google Shape;355;p50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lt1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1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51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59" name="Google Shape;359;p51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theme" Target="../theme/theme3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47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475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bdbc22zMTbgz2X24kuKtF6u-D6DdkVnU/view" TargetMode="External"/><Relationship Id="rId4" Type="http://schemas.openxmlformats.org/officeDocument/2006/relationships/image" Target="../media/image2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Relationship Id="rId7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29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11.png"/><Relationship Id="rId7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2"/>
          <p:cNvSpPr txBox="1"/>
          <p:nvPr>
            <p:ph type="ctrTitle"/>
          </p:nvPr>
        </p:nvSpPr>
        <p:spPr>
          <a:xfrm>
            <a:off x="1826325" y="1559575"/>
            <a:ext cx="54948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ML/AI Microservices</a:t>
            </a:r>
            <a:endParaRPr/>
          </a:p>
        </p:txBody>
      </p:sp>
      <p:sp>
        <p:nvSpPr>
          <p:cNvPr id="365" name="Google Shape;365;p52"/>
          <p:cNvSpPr txBox="1"/>
          <p:nvPr>
            <p:ph idx="1" type="subTitle"/>
          </p:nvPr>
        </p:nvSpPr>
        <p:spPr>
          <a:xfrm>
            <a:off x="1826325" y="3252475"/>
            <a:ext cx="5494800" cy="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22/11/24 - SEP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</p:spPr>
      </p:sp>
      <p:sp>
        <p:nvSpPr>
          <p:cNvPr id="371" name="Google Shape;371;p53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</p:spPr>
      </p:sp>
      <p:sp>
        <p:nvSpPr>
          <p:cNvPr id="372" name="Google Shape;372;p53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Processing - openCV</a:t>
            </a:r>
            <a:endParaRPr/>
          </a:p>
        </p:txBody>
      </p:sp>
      <p:sp>
        <p:nvSpPr>
          <p:cNvPr id="373" name="Google Shape;373;p53"/>
          <p:cNvSpPr txBox="1"/>
          <p:nvPr>
            <p:ph idx="1" type="body"/>
          </p:nvPr>
        </p:nvSpPr>
        <p:spPr>
          <a:xfrm>
            <a:off x="333925" y="1163150"/>
            <a:ext cx="8475600" cy="22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We primarily used the openCV to handle image processing.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Using cv2 we take in video stream the camera,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 in this case the laptop web cam.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Next we resize the image to the </a:t>
            </a:r>
            <a:r>
              <a:rPr lang="en"/>
              <a:t>appropriate</a:t>
            </a:r>
            <a:r>
              <a:rPr lang="en"/>
              <a:t> size image the roboflow api expects 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Save space and bandwidth.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We then encode the image as a base-64 string ready to be sent over to the roboflox x network.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The roboflow api returns the result and we parse it </a:t>
            </a:r>
            <a:endParaRPr/>
          </a:p>
        </p:txBody>
      </p:sp>
      <p:sp>
        <p:nvSpPr>
          <p:cNvPr id="374" name="Google Shape;374;p53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Preliminary </a:t>
            </a:r>
            <a:endParaRPr/>
          </a:p>
        </p:txBody>
      </p:sp>
      <p:sp>
        <p:nvSpPr>
          <p:cNvPr id="375" name="Google Shape;375;p53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Justice Mintah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4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Preliminary Neural Network</a:t>
            </a:r>
            <a:endParaRPr/>
          </a:p>
        </p:txBody>
      </p:sp>
      <p:sp>
        <p:nvSpPr>
          <p:cNvPr id="381" name="Google Shape;381;p54"/>
          <p:cNvSpPr txBox="1"/>
          <p:nvPr>
            <p:ph idx="1" type="body"/>
          </p:nvPr>
        </p:nvSpPr>
        <p:spPr>
          <a:xfrm>
            <a:off x="333925" y="1163150"/>
            <a:ext cx="8475600" cy="9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Project name : People counter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Get dataset from Roboflow universe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Train model via yolov11</a:t>
            </a:r>
            <a:endParaRPr/>
          </a:p>
        </p:txBody>
      </p:sp>
      <p:sp>
        <p:nvSpPr>
          <p:cNvPr id="382" name="Google Shape;382;p54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Preliminary</a:t>
            </a:r>
            <a:endParaRPr/>
          </a:p>
        </p:txBody>
      </p:sp>
      <p:sp>
        <p:nvSpPr>
          <p:cNvPr id="383" name="Google Shape;383;p54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Kanghyeon Kim</a:t>
            </a:r>
            <a:endParaRPr/>
          </a:p>
        </p:txBody>
      </p:sp>
      <p:pic>
        <p:nvPicPr>
          <p:cNvPr id="384" name="Google Shape;38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6150" y="2332525"/>
            <a:ext cx="4345038" cy="270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5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Preliminary Raspberry Pi</a:t>
            </a:r>
            <a:endParaRPr/>
          </a:p>
        </p:txBody>
      </p:sp>
      <p:sp>
        <p:nvSpPr>
          <p:cNvPr id="390" name="Google Shape;390;p55"/>
          <p:cNvSpPr txBox="1"/>
          <p:nvPr>
            <p:ph idx="1" type="body"/>
          </p:nvPr>
        </p:nvSpPr>
        <p:spPr>
          <a:xfrm>
            <a:off x="333925" y="1163150"/>
            <a:ext cx="84756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 run on the raspberry pi the code is mostly the same </a:t>
            </a:r>
            <a:r>
              <a:rPr lang="en"/>
              <a:t>except</a:t>
            </a:r>
            <a:r>
              <a:rPr lang="en"/>
              <a:t> it had to be changed a little. There are 2 ways of sending an image to the roboflow api. Instead of encoding the image as a base-64 string, we have to instead upload it as a file  in the form of application/x-www-form-urlencoded. Apart from this everything else is the same and the code ran smoothly.</a:t>
            </a:r>
            <a:endParaRPr/>
          </a:p>
        </p:txBody>
      </p:sp>
      <p:sp>
        <p:nvSpPr>
          <p:cNvPr id="391" name="Google Shape;391;p55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Preliminary</a:t>
            </a:r>
            <a:endParaRPr/>
          </a:p>
        </p:txBody>
      </p:sp>
      <p:sp>
        <p:nvSpPr>
          <p:cNvPr id="392" name="Google Shape;392;p55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Justice Mintah</a:t>
            </a:r>
            <a:endParaRPr/>
          </a:p>
        </p:txBody>
      </p:sp>
      <p:pic>
        <p:nvPicPr>
          <p:cNvPr id="393" name="Google Shape;39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4325" y="4221400"/>
            <a:ext cx="6208898" cy="87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5"/>
          <p:cNvPicPr preferRelativeResize="0"/>
          <p:nvPr/>
        </p:nvPicPr>
        <p:blipFill rotWithShape="1">
          <a:blip r:embed="rId4">
            <a:alphaModFix/>
          </a:blip>
          <a:srcRect b="13119" l="2080" r="-2079" t="-13120"/>
          <a:stretch/>
        </p:blipFill>
        <p:spPr>
          <a:xfrm>
            <a:off x="333925" y="2571746"/>
            <a:ext cx="5292177" cy="1418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6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</a:t>
            </a:r>
            <a:r>
              <a:rPr lang="en"/>
              <a:t> Integration</a:t>
            </a:r>
            <a:endParaRPr/>
          </a:p>
        </p:txBody>
      </p:sp>
      <p:sp>
        <p:nvSpPr>
          <p:cNvPr id="400" name="Google Shape;400;p56"/>
          <p:cNvSpPr txBox="1"/>
          <p:nvPr>
            <p:ph idx="1" type="body"/>
          </p:nvPr>
        </p:nvSpPr>
        <p:spPr>
          <a:xfrm>
            <a:off x="333925" y="1163150"/>
            <a:ext cx="8475600" cy="1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pull: pybuild (</a:t>
            </a:r>
            <a:r>
              <a:rPr lang="en"/>
              <a:t>Install python dependencies, run tests and lint with a single version of Python)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On push: pylint (checking coding style, detecting errors and helping refactoring)</a:t>
            </a:r>
            <a:endParaRPr/>
          </a:p>
        </p:txBody>
      </p:sp>
      <p:sp>
        <p:nvSpPr>
          <p:cNvPr id="401" name="Google Shape;401;p56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Organisation</a:t>
            </a:r>
            <a:endParaRPr/>
          </a:p>
        </p:txBody>
      </p:sp>
      <p:sp>
        <p:nvSpPr>
          <p:cNvPr id="402" name="Google Shape;402;p56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Xinyuan Chen</a:t>
            </a:r>
            <a:endParaRPr/>
          </a:p>
        </p:txBody>
      </p:sp>
      <p:pic>
        <p:nvPicPr>
          <p:cNvPr id="403" name="Google Shape;40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925" y="2400777"/>
            <a:ext cx="3557875" cy="1943351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56"/>
          <p:cNvSpPr txBox="1"/>
          <p:nvPr/>
        </p:nvSpPr>
        <p:spPr>
          <a:xfrm>
            <a:off x="1229363" y="4344125"/>
            <a:ext cx="1767000" cy="345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       Pybuild</a:t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05" name="Google Shape;405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9400" y="2400775"/>
            <a:ext cx="3621575" cy="19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6"/>
          <p:cNvSpPr txBox="1"/>
          <p:nvPr/>
        </p:nvSpPr>
        <p:spPr>
          <a:xfrm>
            <a:off x="5523525" y="4370525"/>
            <a:ext cx="135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      Pylint</a:t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7"/>
          <p:cNvSpPr txBox="1"/>
          <p:nvPr>
            <p:ph type="ctrTitle"/>
          </p:nvPr>
        </p:nvSpPr>
        <p:spPr>
          <a:xfrm>
            <a:off x="2935000" y="1305125"/>
            <a:ext cx="54948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DEMO</a:t>
            </a:r>
            <a:endParaRPr/>
          </a:p>
        </p:txBody>
      </p:sp>
      <p:sp>
        <p:nvSpPr>
          <p:cNvPr id="412" name="Google Shape;412;p57"/>
          <p:cNvSpPr txBox="1"/>
          <p:nvPr>
            <p:ph idx="1" type="subTitle"/>
          </p:nvPr>
        </p:nvSpPr>
        <p:spPr>
          <a:xfrm>
            <a:off x="835775" y="2907150"/>
            <a:ext cx="54948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RTSP, Alerts, Trained network, Image preprocessing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8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</p:spPr>
      </p:sp>
      <p:sp>
        <p:nvSpPr>
          <p:cNvPr id="418" name="Google Shape;418;p58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</p:spPr>
      </p:sp>
      <p:sp>
        <p:nvSpPr>
          <p:cNvPr id="419" name="Google Shape;419;p58"/>
          <p:cNvSpPr txBox="1"/>
          <p:nvPr>
            <p:ph idx="1" type="body"/>
          </p:nvPr>
        </p:nvSpPr>
        <p:spPr>
          <a:xfrm>
            <a:off x="0" y="0"/>
            <a:ext cx="4236300" cy="9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RTSP server on ec2 instance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OBS streams to RTSP on machine 1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Read stream on machine 2</a:t>
            </a:r>
            <a:endParaRPr/>
          </a:p>
        </p:txBody>
      </p:sp>
      <p:pic>
        <p:nvPicPr>
          <p:cNvPr id="420" name="Google Shape;420;p58" title="IMG_2625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5575" y="1138700"/>
            <a:ext cx="7119677" cy="4004799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8"/>
          <p:cNvSpPr txBox="1"/>
          <p:nvPr/>
        </p:nvSpPr>
        <p:spPr>
          <a:xfrm>
            <a:off x="4265875" y="29625"/>
            <a:ext cx="48780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</a:pPr>
            <a:r>
              <a:rPr lang="en"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Call roboflow model on machine 2</a:t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</a:pPr>
            <a:r>
              <a:rPr lang="en"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Model returns predictions</a:t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</a:pPr>
            <a:r>
              <a:rPr lang="en"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If prediction is made,</a:t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</a:pPr>
            <a:r>
              <a:rPr lang="en"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Send alert to phone 1</a:t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9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</p:spPr>
      </p:sp>
      <p:sp>
        <p:nvSpPr>
          <p:cNvPr id="427" name="Google Shape;427;p59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</p:spPr>
      </p:sp>
      <p:sp>
        <p:nvSpPr>
          <p:cNvPr id="428" name="Google Shape;428;p59"/>
          <p:cNvSpPr txBox="1"/>
          <p:nvPr>
            <p:ph type="title"/>
          </p:nvPr>
        </p:nvSpPr>
        <p:spPr>
          <a:xfrm>
            <a:off x="333925" y="459925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 Training</a:t>
            </a:r>
            <a:endParaRPr/>
          </a:p>
        </p:txBody>
      </p:sp>
      <p:sp>
        <p:nvSpPr>
          <p:cNvPr id="429" name="Google Shape;429;p59"/>
          <p:cNvSpPr txBox="1"/>
          <p:nvPr>
            <p:ph idx="1" type="body"/>
          </p:nvPr>
        </p:nvSpPr>
        <p:spPr>
          <a:xfrm>
            <a:off x="333925" y="1017750"/>
            <a:ext cx="8475600" cy="12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Roboflow again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Using yolov11 / v8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MSCOCO objection detection checkpoint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Real data 14/12/24</a:t>
            </a:r>
            <a:endParaRPr/>
          </a:p>
        </p:txBody>
      </p:sp>
      <p:sp>
        <p:nvSpPr>
          <p:cNvPr id="430" name="Google Shape;430;p59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Back end</a:t>
            </a:r>
            <a:endParaRPr/>
          </a:p>
        </p:txBody>
      </p:sp>
      <p:sp>
        <p:nvSpPr>
          <p:cNvPr id="431" name="Google Shape;431;p59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Thomas Bale</a:t>
            </a:r>
            <a:endParaRPr/>
          </a:p>
        </p:txBody>
      </p:sp>
      <p:pic>
        <p:nvPicPr>
          <p:cNvPr id="432" name="Google Shape;43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1801" y="2336349"/>
            <a:ext cx="4282199" cy="2245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1801" y="181924"/>
            <a:ext cx="4282199" cy="195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4500" y="2336350"/>
            <a:ext cx="4555577" cy="902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59"/>
          <p:cNvSpPr txBox="1"/>
          <p:nvPr/>
        </p:nvSpPr>
        <p:spPr>
          <a:xfrm>
            <a:off x="199925" y="3326000"/>
            <a:ext cx="10359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436" name="Google Shape;436;p59"/>
          <p:cNvCxnSpPr/>
          <p:nvPr/>
        </p:nvCxnSpPr>
        <p:spPr>
          <a:xfrm flipH="1" rot="10800000">
            <a:off x="169538" y="3394100"/>
            <a:ext cx="4525500" cy="18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437" name="Google Shape;437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775" y="3480500"/>
            <a:ext cx="2907999" cy="71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35818" y="4261074"/>
            <a:ext cx="3185032" cy="6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0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Alert System</a:t>
            </a:r>
            <a:endParaRPr/>
          </a:p>
        </p:txBody>
      </p:sp>
      <p:sp>
        <p:nvSpPr>
          <p:cNvPr id="444" name="Google Shape;444;p60"/>
          <p:cNvSpPr txBox="1"/>
          <p:nvPr>
            <p:ph idx="1" type="body"/>
          </p:nvPr>
        </p:nvSpPr>
        <p:spPr>
          <a:xfrm>
            <a:off x="333925" y="1163150"/>
            <a:ext cx="84756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Read frame from the RTSP camera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Send the frame to Roboflow for detecting fire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Get back predictions from the API in the form of a JSON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If the JSON states any predictions: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Send notification to related person</a:t>
            </a:r>
            <a:endParaRPr/>
          </a:p>
        </p:txBody>
      </p:sp>
      <p:sp>
        <p:nvSpPr>
          <p:cNvPr id="445" name="Google Shape;445;p60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Back end</a:t>
            </a:r>
            <a:endParaRPr/>
          </a:p>
        </p:txBody>
      </p:sp>
      <p:sp>
        <p:nvSpPr>
          <p:cNvPr id="446" name="Google Shape;446;p60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Kanghyeon Kim</a:t>
            </a:r>
            <a:endParaRPr/>
          </a:p>
        </p:txBody>
      </p:sp>
      <p:pic>
        <p:nvPicPr>
          <p:cNvPr id="447" name="Google Shape;44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1301" y="1032350"/>
            <a:ext cx="2318225" cy="411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1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</p:spPr>
      </p:sp>
      <p:sp>
        <p:nvSpPr>
          <p:cNvPr id="453" name="Google Shape;453;p61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</p:spPr>
      </p:sp>
      <p:sp>
        <p:nvSpPr>
          <p:cNvPr id="454" name="Google Shape;454;p61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RTSP Streaming</a:t>
            </a:r>
            <a:endParaRPr/>
          </a:p>
        </p:txBody>
      </p:sp>
      <p:sp>
        <p:nvSpPr>
          <p:cNvPr id="455" name="Google Shape;455;p61"/>
          <p:cNvSpPr txBox="1"/>
          <p:nvPr>
            <p:ph idx="1" type="body"/>
          </p:nvPr>
        </p:nvSpPr>
        <p:spPr>
          <a:xfrm>
            <a:off x="333925" y="1163150"/>
            <a:ext cx="8475600" cy="22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Testing: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Mediamtx for simple RTSP server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OBS studio to stream to RTSP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openCV to take RTSP URL as camera input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For final product: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Intel-based cameras will stream to RTSP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We note their unique RTSP URL 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Use this URL for openCV camera input</a:t>
            </a:r>
            <a:endParaRPr/>
          </a:p>
        </p:txBody>
      </p:sp>
      <p:sp>
        <p:nvSpPr>
          <p:cNvPr id="456" name="Google Shape;456;p61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Back end</a:t>
            </a:r>
            <a:endParaRPr/>
          </a:p>
        </p:txBody>
      </p:sp>
      <p:sp>
        <p:nvSpPr>
          <p:cNvPr id="457" name="Google Shape;457;p61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Thomas Bale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2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Figma Designs</a:t>
            </a:r>
            <a:endParaRPr/>
          </a:p>
        </p:txBody>
      </p:sp>
      <p:sp>
        <p:nvSpPr>
          <p:cNvPr id="463" name="Google Shape;463;p62"/>
          <p:cNvSpPr txBox="1"/>
          <p:nvPr>
            <p:ph idx="1" type="body"/>
          </p:nvPr>
        </p:nvSpPr>
        <p:spPr>
          <a:xfrm>
            <a:off x="333925" y="1163150"/>
            <a:ext cx="8475600" cy="19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Main Sections and UI Components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User Authentication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Dashboard (Admin Landing Page)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Configurations Tab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Alerts Console Tab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Action Settings Tab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62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Front End</a:t>
            </a:r>
            <a:endParaRPr/>
          </a:p>
        </p:txBody>
      </p:sp>
      <p:sp>
        <p:nvSpPr>
          <p:cNvPr id="465" name="Google Shape;465;p62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Sin Yi Tay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3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Figma Designs</a:t>
            </a:r>
            <a:endParaRPr/>
          </a:p>
        </p:txBody>
      </p:sp>
      <p:sp>
        <p:nvSpPr>
          <p:cNvPr id="471" name="Google Shape;471;p63"/>
          <p:cNvSpPr txBox="1"/>
          <p:nvPr>
            <p:ph idx="1" type="body"/>
          </p:nvPr>
        </p:nvSpPr>
        <p:spPr>
          <a:xfrm>
            <a:off x="333925" y="1163150"/>
            <a:ext cx="84756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User Authentication</a:t>
            </a:r>
            <a:endParaRPr/>
          </a:p>
        </p:txBody>
      </p:sp>
      <p:sp>
        <p:nvSpPr>
          <p:cNvPr id="472" name="Google Shape;472;p63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Front End</a:t>
            </a:r>
            <a:endParaRPr/>
          </a:p>
        </p:txBody>
      </p:sp>
      <p:sp>
        <p:nvSpPr>
          <p:cNvPr id="473" name="Google Shape;473;p63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Sin Yi Tay</a:t>
            </a:r>
            <a:endParaRPr/>
          </a:p>
        </p:txBody>
      </p:sp>
      <p:pic>
        <p:nvPicPr>
          <p:cNvPr id="474" name="Google Shape;47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926" y="1609563"/>
            <a:ext cx="2653950" cy="2601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5024" y="1609548"/>
            <a:ext cx="2653950" cy="2601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6125" y="1609562"/>
            <a:ext cx="2653950" cy="2601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4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Figma Designs</a:t>
            </a:r>
            <a:endParaRPr/>
          </a:p>
        </p:txBody>
      </p:sp>
      <p:sp>
        <p:nvSpPr>
          <p:cNvPr id="482" name="Google Shape;482;p64"/>
          <p:cNvSpPr txBox="1"/>
          <p:nvPr>
            <p:ph idx="1" type="body"/>
          </p:nvPr>
        </p:nvSpPr>
        <p:spPr>
          <a:xfrm>
            <a:off x="333925" y="1163150"/>
            <a:ext cx="84756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Dashboard (Admin Landing Page)</a:t>
            </a:r>
            <a:endParaRPr/>
          </a:p>
        </p:txBody>
      </p:sp>
      <p:sp>
        <p:nvSpPr>
          <p:cNvPr id="483" name="Google Shape;483;p64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Front End</a:t>
            </a:r>
            <a:endParaRPr/>
          </a:p>
        </p:txBody>
      </p:sp>
      <p:sp>
        <p:nvSpPr>
          <p:cNvPr id="484" name="Google Shape;484;p64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Sin Yi Tay</a:t>
            </a:r>
            <a:endParaRPr/>
          </a:p>
        </p:txBody>
      </p:sp>
      <p:pic>
        <p:nvPicPr>
          <p:cNvPr id="485" name="Google Shape;48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2126" y="1609550"/>
            <a:ext cx="3519200" cy="345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5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Figma Designs</a:t>
            </a:r>
            <a:endParaRPr/>
          </a:p>
        </p:txBody>
      </p:sp>
      <p:sp>
        <p:nvSpPr>
          <p:cNvPr id="491" name="Google Shape;491;p65"/>
          <p:cNvSpPr txBox="1"/>
          <p:nvPr>
            <p:ph idx="1" type="body"/>
          </p:nvPr>
        </p:nvSpPr>
        <p:spPr>
          <a:xfrm>
            <a:off x="333925" y="1163150"/>
            <a:ext cx="84756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Configurations</a:t>
            </a:r>
            <a:r>
              <a:rPr lang="en"/>
              <a:t> Tab</a:t>
            </a:r>
            <a:endParaRPr/>
          </a:p>
        </p:txBody>
      </p:sp>
      <p:sp>
        <p:nvSpPr>
          <p:cNvPr id="492" name="Google Shape;492;p65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Front End</a:t>
            </a:r>
            <a:endParaRPr/>
          </a:p>
        </p:txBody>
      </p:sp>
      <p:sp>
        <p:nvSpPr>
          <p:cNvPr id="493" name="Google Shape;493;p65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Sin Yi Tay</a:t>
            </a:r>
            <a:endParaRPr/>
          </a:p>
        </p:txBody>
      </p:sp>
      <p:pic>
        <p:nvPicPr>
          <p:cNvPr id="494" name="Google Shape;49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41750" y="1609550"/>
            <a:ext cx="5014723" cy="305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237" y="221238"/>
            <a:ext cx="2397526" cy="235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3225" y="2571750"/>
            <a:ext cx="2397526" cy="2429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94800" y="1609550"/>
            <a:ext cx="5014723" cy="305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65"/>
          <p:cNvSpPr txBox="1"/>
          <p:nvPr/>
        </p:nvSpPr>
        <p:spPr>
          <a:xfrm>
            <a:off x="3794800" y="82550"/>
            <a:ext cx="21678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rPr>
              <a:t>Site </a:t>
            </a:r>
            <a:r>
              <a:rPr lang="en" sz="1000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rPr>
              <a:t>Configuration</a:t>
            </a:r>
            <a:endParaRPr sz="1000">
              <a:solidFill>
                <a:schemeClr val="accen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99" name="Google Shape;499;p65"/>
          <p:cNvSpPr txBox="1"/>
          <p:nvPr/>
        </p:nvSpPr>
        <p:spPr>
          <a:xfrm>
            <a:off x="6291975" y="1510025"/>
            <a:ext cx="12462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rPr>
              <a:t>Gateway Mapping</a:t>
            </a:r>
            <a:endParaRPr sz="1000">
              <a:solidFill>
                <a:schemeClr val="accen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6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Figma Designs</a:t>
            </a:r>
            <a:endParaRPr/>
          </a:p>
        </p:txBody>
      </p:sp>
      <p:sp>
        <p:nvSpPr>
          <p:cNvPr id="505" name="Google Shape;505;p66"/>
          <p:cNvSpPr txBox="1"/>
          <p:nvPr>
            <p:ph idx="1" type="body"/>
          </p:nvPr>
        </p:nvSpPr>
        <p:spPr>
          <a:xfrm>
            <a:off x="333925" y="1163150"/>
            <a:ext cx="84756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Alerts Console Tab</a:t>
            </a:r>
            <a:endParaRPr/>
          </a:p>
        </p:txBody>
      </p:sp>
      <p:sp>
        <p:nvSpPr>
          <p:cNvPr id="506" name="Google Shape;506;p66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Front End</a:t>
            </a:r>
            <a:endParaRPr/>
          </a:p>
        </p:txBody>
      </p:sp>
      <p:sp>
        <p:nvSpPr>
          <p:cNvPr id="507" name="Google Shape;507;p66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Sin Yi Tay</a:t>
            </a:r>
            <a:endParaRPr/>
          </a:p>
        </p:txBody>
      </p:sp>
      <p:pic>
        <p:nvPicPr>
          <p:cNvPr id="508" name="Google Shape;50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1501" y="1609550"/>
            <a:ext cx="3520440" cy="3447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7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Figma Designs</a:t>
            </a:r>
            <a:endParaRPr/>
          </a:p>
        </p:txBody>
      </p:sp>
      <p:sp>
        <p:nvSpPr>
          <p:cNvPr id="514" name="Google Shape;514;p67"/>
          <p:cNvSpPr txBox="1"/>
          <p:nvPr>
            <p:ph idx="1" type="body"/>
          </p:nvPr>
        </p:nvSpPr>
        <p:spPr>
          <a:xfrm>
            <a:off x="333925" y="1163150"/>
            <a:ext cx="84756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Action Settings Tab</a:t>
            </a:r>
            <a:endParaRPr/>
          </a:p>
        </p:txBody>
      </p:sp>
      <p:sp>
        <p:nvSpPr>
          <p:cNvPr id="515" name="Google Shape;515;p67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Front End</a:t>
            </a:r>
            <a:endParaRPr/>
          </a:p>
        </p:txBody>
      </p:sp>
      <p:sp>
        <p:nvSpPr>
          <p:cNvPr id="516" name="Google Shape;516;p67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Sin Yi Tay</a:t>
            </a:r>
            <a:endParaRPr/>
          </a:p>
        </p:txBody>
      </p:sp>
      <p:pic>
        <p:nvPicPr>
          <p:cNvPr id="517" name="Google Shape;51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1500" y="1609550"/>
            <a:ext cx="3520440" cy="3447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8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Designs</a:t>
            </a:r>
            <a:endParaRPr/>
          </a:p>
        </p:txBody>
      </p:sp>
      <p:pic>
        <p:nvPicPr>
          <p:cNvPr id="523" name="Google Shape;52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625" y="1202762"/>
            <a:ext cx="2855398" cy="1903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5538" y="1202762"/>
            <a:ext cx="2855398" cy="1903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6450" y="1202750"/>
            <a:ext cx="2852925" cy="190315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68"/>
          <p:cNvSpPr txBox="1"/>
          <p:nvPr>
            <p:ph idx="6" type="subTitle"/>
          </p:nvPr>
        </p:nvSpPr>
        <p:spPr>
          <a:xfrm>
            <a:off x="3519475" y="5871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68"/>
          <p:cNvSpPr txBox="1"/>
          <p:nvPr>
            <p:ph idx="7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Front End</a:t>
            </a:r>
            <a:endParaRPr/>
          </a:p>
        </p:txBody>
      </p:sp>
      <p:sp>
        <p:nvSpPr>
          <p:cNvPr id="528" name="Google Shape;528;p68"/>
          <p:cNvSpPr txBox="1"/>
          <p:nvPr>
            <p:ph idx="8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Sin Yi Tay</a:t>
            </a:r>
            <a:endParaRPr/>
          </a:p>
        </p:txBody>
      </p:sp>
      <p:pic>
        <p:nvPicPr>
          <p:cNvPr id="529" name="Google Shape;529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98188" y="3161389"/>
            <a:ext cx="2852925" cy="1901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86450" y="3161389"/>
            <a:ext cx="2852931" cy="1901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9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as a Team</a:t>
            </a:r>
            <a:endParaRPr/>
          </a:p>
        </p:txBody>
      </p:sp>
      <p:sp>
        <p:nvSpPr>
          <p:cNvPr id="536" name="Google Shape;536;p69"/>
          <p:cNvSpPr txBox="1"/>
          <p:nvPr>
            <p:ph idx="1" type="body"/>
          </p:nvPr>
        </p:nvSpPr>
        <p:spPr>
          <a:xfrm>
            <a:off x="2778725" y="1291850"/>
            <a:ext cx="84756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-We use Discord and Teams to communicate, arrange meetings</a:t>
            </a:r>
            <a:endParaRPr/>
          </a:p>
        </p:txBody>
      </p:sp>
      <p:sp>
        <p:nvSpPr>
          <p:cNvPr id="537" name="Google Shape;537;p69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Organisation</a:t>
            </a:r>
            <a:endParaRPr/>
          </a:p>
        </p:txBody>
      </p:sp>
      <p:sp>
        <p:nvSpPr>
          <p:cNvPr id="538" name="Google Shape;538;p69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Xinyuan Chen</a:t>
            </a:r>
            <a:endParaRPr/>
          </a:p>
        </p:txBody>
      </p:sp>
      <p:pic>
        <p:nvPicPr>
          <p:cNvPr id="539" name="Google Shape;53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888" y="1247300"/>
            <a:ext cx="935380" cy="88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6575" y="1291850"/>
            <a:ext cx="823847" cy="83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9000" y="2130700"/>
            <a:ext cx="3480526" cy="19703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69"/>
          <p:cNvSpPr txBox="1"/>
          <p:nvPr/>
        </p:nvSpPr>
        <p:spPr>
          <a:xfrm>
            <a:off x="333925" y="2271425"/>
            <a:ext cx="49383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-Publishing and distribute tasks through github</a:t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-PR templates are used when tasks are finished</a:t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-Every PR will be viewed by other teammates</a:t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543" name="Google Shape;543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00" y="3243250"/>
            <a:ext cx="2588410" cy="1793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esson 1">
  <a:themeElements>
    <a:clrScheme name="Simple Light">
      <a:dk1>
        <a:srgbClr val="137C3F"/>
      </a:dk1>
      <a:lt1>
        <a:srgbClr val="FFFCF5"/>
      </a:lt1>
      <a:dk2>
        <a:srgbClr val="146AEB"/>
      </a:dk2>
      <a:lt2>
        <a:srgbClr val="FBA084"/>
      </a:lt2>
      <a:accent1>
        <a:srgbClr val="000000"/>
      </a:accent1>
      <a:accent2>
        <a:srgbClr val="FFFFB3"/>
      </a:accent2>
      <a:accent3>
        <a:srgbClr val="B6D7A8"/>
      </a:accent3>
      <a:accent4>
        <a:srgbClr val="A4C2F4"/>
      </a:accent4>
      <a:accent5>
        <a:srgbClr val="B6D7A8"/>
      </a:accent5>
      <a:accent6>
        <a:srgbClr val="B4A7D6"/>
      </a:accent6>
      <a:hlink>
        <a:srgbClr val="146A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